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3"/>
  </p:notesMasterIdLst>
  <p:handoutMasterIdLst>
    <p:handoutMasterId r:id="rId84"/>
  </p:handoutMasterIdLst>
  <p:sldIdLst>
    <p:sldId id="257" r:id="rId2"/>
    <p:sldId id="258" r:id="rId3"/>
    <p:sldId id="333" r:id="rId4"/>
    <p:sldId id="403" r:id="rId5"/>
    <p:sldId id="613" r:id="rId6"/>
    <p:sldId id="614" r:id="rId7"/>
    <p:sldId id="615" r:id="rId8"/>
    <p:sldId id="616" r:id="rId9"/>
    <p:sldId id="494" r:id="rId10"/>
    <p:sldId id="475" r:id="rId11"/>
    <p:sldId id="419" r:id="rId12"/>
    <p:sldId id="611" r:id="rId13"/>
    <p:sldId id="612" r:id="rId14"/>
    <p:sldId id="493" r:id="rId15"/>
    <p:sldId id="495" r:id="rId16"/>
    <p:sldId id="610" r:id="rId17"/>
    <p:sldId id="496" r:id="rId18"/>
    <p:sldId id="497" r:id="rId19"/>
    <p:sldId id="498" r:id="rId20"/>
    <p:sldId id="499" r:id="rId21"/>
    <p:sldId id="500" r:id="rId22"/>
    <p:sldId id="501" r:id="rId23"/>
    <p:sldId id="502" r:id="rId24"/>
    <p:sldId id="503" r:id="rId25"/>
    <p:sldId id="504" r:id="rId26"/>
    <p:sldId id="505" r:id="rId27"/>
    <p:sldId id="506" r:id="rId28"/>
    <p:sldId id="507" r:id="rId29"/>
    <p:sldId id="508" r:id="rId30"/>
    <p:sldId id="509" r:id="rId31"/>
    <p:sldId id="510" r:id="rId32"/>
    <p:sldId id="511" r:id="rId33"/>
    <p:sldId id="512" r:id="rId34"/>
    <p:sldId id="513" r:id="rId35"/>
    <p:sldId id="514" r:id="rId36"/>
    <p:sldId id="515" r:id="rId37"/>
    <p:sldId id="516" r:id="rId38"/>
    <p:sldId id="517" r:id="rId39"/>
    <p:sldId id="518" r:id="rId40"/>
    <p:sldId id="519" r:id="rId41"/>
    <p:sldId id="520" r:id="rId42"/>
    <p:sldId id="569" r:id="rId43"/>
    <p:sldId id="570" r:id="rId44"/>
    <p:sldId id="571" r:id="rId45"/>
    <p:sldId id="572" r:id="rId46"/>
    <p:sldId id="584" r:id="rId47"/>
    <p:sldId id="585" r:id="rId48"/>
    <p:sldId id="586" r:id="rId49"/>
    <p:sldId id="587" r:id="rId50"/>
    <p:sldId id="588" r:id="rId51"/>
    <p:sldId id="589" r:id="rId52"/>
    <p:sldId id="590" r:id="rId53"/>
    <p:sldId id="591" r:id="rId54"/>
    <p:sldId id="593" r:id="rId55"/>
    <p:sldId id="574" r:id="rId56"/>
    <p:sldId id="578" r:id="rId57"/>
    <p:sldId id="575" r:id="rId58"/>
    <p:sldId id="579" r:id="rId59"/>
    <p:sldId id="580" r:id="rId60"/>
    <p:sldId id="581" r:id="rId61"/>
    <p:sldId id="582" r:id="rId62"/>
    <p:sldId id="583" r:id="rId63"/>
    <p:sldId id="617" r:id="rId64"/>
    <p:sldId id="594" r:id="rId65"/>
    <p:sldId id="595" r:id="rId66"/>
    <p:sldId id="481" r:id="rId67"/>
    <p:sldId id="608" r:id="rId68"/>
    <p:sldId id="596" r:id="rId69"/>
    <p:sldId id="597" r:id="rId70"/>
    <p:sldId id="598" r:id="rId71"/>
    <p:sldId id="599" r:id="rId72"/>
    <p:sldId id="609" r:id="rId73"/>
    <p:sldId id="600" r:id="rId74"/>
    <p:sldId id="601" r:id="rId75"/>
    <p:sldId id="602" r:id="rId76"/>
    <p:sldId id="603" r:id="rId77"/>
    <p:sldId id="604" r:id="rId78"/>
    <p:sldId id="606" r:id="rId79"/>
    <p:sldId id="605" r:id="rId80"/>
    <p:sldId id="607" r:id="rId81"/>
    <p:sldId id="488" r:id="rId82"/>
  </p:sldIdLst>
  <p:sldSz cx="12601575" cy="7200900"/>
  <p:notesSz cx="6780213" cy="9910763"/>
  <p:defaultTextStyle>
    <a:defPPr>
      <a:defRPr lang="en-US"/>
    </a:defPPr>
    <a:lvl1pPr marL="0" lvl="0" indent="0" algn="l" defTabSz="914400" rtl="0" eaLnBrk="0" fontAlgn="base" latinLnBrk="0" hangingPunct="0">
      <a:lnSpc>
        <a:spcPct val="100000"/>
      </a:lnSpc>
      <a:spcBef>
        <a:spcPct val="0"/>
      </a:spcBef>
      <a:spcAft>
        <a:spcPct val="0"/>
      </a:spcAft>
      <a:buNone/>
      <a:defRPr sz="2700" b="0" i="0" u="none" kern="1200" baseline="0">
        <a:solidFill>
          <a:schemeClr val="tx1"/>
        </a:solidFill>
        <a:latin typeface="Times New Roman" panose="02020603050405020304" pitchFamily="18" charset="0"/>
        <a:ea typeface="+mn-ea"/>
        <a:cs typeface="+mn-cs"/>
      </a:defRPr>
    </a:lvl1pPr>
    <a:lvl2pPr marL="509905" lvl="1" indent="-52705" algn="l" defTabSz="914400" rtl="0" eaLnBrk="0" fontAlgn="base" latinLnBrk="0" hangingPunct="0">
      <a:lnSpc>
        <a:spcPct val="100000"/>
      </a:lnSpc>
      <a:spcBef>
        <a:spcPct val="0"/>
      </a:spcBef>
      <a:spcAft>
        <a:spcPct val="0"/>
      </a:spcAft>
      <a:buNone/>
      <a:defRPr sz="2700" b="0" i="0" u="none" kern="1200" baseline="0">
        <a:solidFill>
          <a:schemeClr val="tx1"/>
        </a:solidFill>
        <a:latin typeface="Times New Roman" panose="02020603050405020304" pitchFamily="18" charset="0"/>
        <a:ea typeface="+mn-ea"/>
        <a:cs typeface="+mn-cs"/>
      </a:defRPr>
    </a:lvl2pPr>
    <a:lvl3pPr marL="1021080" lvl="2" indent="-106680" algn="l" defTabSz="914400" rtl="0" eaLnBrk="0" fontAlgn="base" latinLnBrk="0" hangingPunct="0">
      <a:lnSpc>
        <a:spcPct val="100000"/>
      </a:lnSpc>
      <a:spcBef>
        <a:spcPct val="0"/>
      </a:spcBef>
      <a:spcAft>
        <a:spcPct val="0"/>
      </a:spcAft>
      <a:buNone/>
      <a:defRPr sz="2700" b="0" i="0" u="none" kern="1200" baseline="0">
        <a:solidFill>
          <a:schemeClr val="tx1"/>
        </a:solidFill>
        <a:latin typeface="Times New Roman" panose="02020603050405020304" pitchFamily="18" charset="0"/>
        <a:ea typeface="+mn-ea"/>
        <a:cs typeface="+mn-cs"/>
      </a:defRPr>
    </a:lvl3pPr>
    <a:lvl4pPr marL="1532255" lvl="3" indent="-160655" algn="l" defTabSz="914400" rtl="0" eaLnBrk="0" fontAlgn="base" latinLnBrk="0" hangingPunct="0">
      <a:lnSpc>
        <a:spcPct val="100000"/>
      </a:lnSpc>
      <a:spcBef>
        <a:spcPct val="0"/>
      </a:spcBef>
      <a:spcAft>
        <a:spcPct val="0"/>
      </a:spcAft>
      <a:buNone/>
      <a:defRPr sz="2700" b="0" i="0" u="none" kern="1200" baseline="0">
        <a:solidFill>
          <a:schemeClr val="tx1"/>
        </a:solidFill>
        <a:latin typeface="Times New Roman" panose="02020603050405020304" pitchFamily="18" charset="0"/>
        <a:ea typeface="+mn-ea"/>
        <a:cs typeface="+mn-cs"/>
      </a:defRPr>
    </a:lvl4pPr>
    <a:lvl5pPr marL="2043430" lvl="4" indent="-214630" algn="l" defTabSz="914400" rtl="0" eaLnBrk="0" fontAlgn="base" latinLnBrk="0" hangingPunct="0">
      <a:lnSpc>
        <a:spcPct val="100000"/>
      </a:lnSpc>
      <a:spcBef>
        <a:spcPct val="0"/>
      </a:spcBef>
      <a:spcAft>
        <a:spcPct val="0"/>
      </a:spcAft>
      <a:buNone/>
      <a:defRPr sz="2700" b="0" i="0" u="none" kern="1200" baseline="0">
        <a:solidFill>
          <a:schemeClr val="tx1"/>
        </a:solidFill>
        <a:latin typeface="Times New Roman" panose="02020603050405020304" pitchFamily="18" charset="0"/>
        <a:ea typeface="+mn-ea"/>
        <a:cs typeface="+mn-cs"/>
      </a:defRPr>
    </a:lvl5pPr>
    <a:lvl6pPr marL="2286000" lvl="5" indent="-214630" algn="l" defTabSz="914400" rtl="0" eaLnBrk="0" fontAlgn="base" latinLnBrk="0" hangingPunct="0">
      <a:lnSpc>
        <a:spcPct val="100000"/>
      </a:lnSpc>
      <a:spcBef>
        <a:spcPct val="0"/>
      </a:spcBef>
      <a:spcAft>
        <a:spcPct val="0"/>
      </a:spcAft>
      <a:buNone/>
      <a:defRPr sz="2700" b="0" i="0" u="none" kern="1200" baseline="0">
        <a:solidFill>
          <a:schemeClr val="tx1"/>
        </a:solidFill>
        <a:latin typeface="Times New Roman" panose="02020603050405020304" pitchFamily="18" charset="0"/>
        <a:ea typeface="+mn-ea"/>
        <a:cs typeface="+mn-cs"/>
      </a:defRPr>
    </a:lvl6pPr>
    <a:lvl7pPr marL="2743200" lvl="6" indent="-214630" algn="l" defTabSz="914400" rtl="0" eaLnBrk="0" fontAlgn="base" latinLnBrk="0" hangingPunct="0">
      <a:lnSpc>
        <a:spcPct val="100000"/>
      </a:lnSpc>
      <a:spcBef>
        <a:spcPct val="0"/>
      </a:spcBef>
      <a:spcAft>
        <a:spcPct val="0"/>
      </a:spcAft>
      <a:buNone/>
      <a:defRPr sz="2700" b="0" i="0" u="none" kern="1200" baseline="0">
        <a:solidFill>
          <a:schemeClr val="tx1"/>
        </a:solidFill>
        <a:latin typeface="Times New Roman" panose="02020603050405020304" pitchFamily="18" charset="0"/>
        <a:ea typeface="+mn-ea"/>
        <a:cs typeface="+mn-cs"/>
      </a:defRPr>
    </a:lvl7pPr>
    <a:lvl8pPr marL="3200400" lvl="7" indent="-214630" algn="l" defTabSz="914400" rtl="0" eaLnBrk="0" fontAlgn="base" latinLnBrk="0" hangingPunct="0">
      <a:lnSpc>
        <a:spcPct val="100000"/>
      </a:lnSpc>
      <a:spcBef>
        <a:spcPct val="0"/>
      </a:spcBef>
      <a:spcAft>
        <a:spcPct val="0"/>
      </a:spcAft>
      <a:buNone/>
      <a:defRPr sz="2700" b="0" i="0" u="none" kern="1200" baseline="0">
        <a:solidFill>
          <a:schemeClr val="tx1"/>
        </a:solidFill>
        <a:latin typeface="Times New Roman" panose="02020603050405020304" pitchFamily="18" charset="0"/>
        <a:ea typeface="+mn-ea"/>
        <a:cs typeface="+mn-cs"/>
      </a:defRPr>
    </a:lvl8pPr>
    <a:lvl9pPr marL="3657600" lvl="8" indent="-214630" algn="l" defTabSz="914400" rtl="0" eaLnBrk="0" fontAlgn="base" latinLnBrk="0" hangingPunct="0">
      <a:lnSpc>
        <a:spcPct val="100000"/>
      </a:lnSpc>
      <a:spcBef>
        <a:spcPct val="0"/>
      </a:spcBef>
      <a:spcAft>
        <a:spcPct val="0"/>
      </a:spcAft>
      <a:buNone/>
      <a:defRPr sz="2700" b="0" i="0" u="none" kern="1200" baseline="0">
        <a:solidFill>
          <a:schemeClr val="tx1"/>
        </a:solidFill>
        <a:latin typeface="Times New Roman" panose="02020603050405020304" pitchFamily="18" charset="0"/>
        <a:ea typeface="+mn-ea"/>
        <a:cs typeface="+mn-cs"/>
      </a:defRPr>
    </a:lvl9pPr>
  </p:defaultTextStyle>
  <p:extLst>
    <p:ext uri="{EFAFB233-063F-42B5-8137-9DF3F51BA10A}">
      <p15:sldGuideLst xmlns="" xmlns:p15="http://schemas.microsoft.com/office/powerpoint/2012/main">
        <p15:guide id="1" orient="horz" pos="2270" userDrawn="1">
          <p15:clr>
            <a:srgbClr val="A4A3A4"/>
          </p15:clr>
        </p15:guide>
        <p15:guide id="2" pos="396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8"/>
    <p:restoredTop sz="94542"/>
  </p:normalViewPr>
  <p:slideViewPr>
    <p:cSldViewPr snapToGrid="0" showGuides="1">
      <p:cViewPr>
        <p:scale>
          <a:sx n="73" d="100"/>
          <a:sy n="73" d="100"/>
        </p:scale>
        <p:origin x="-504" y="168"/>
      </p:cViewPr>
      <p:guideLst>
        <p:guide orient="horz" pos="2270"/>
        <p:guide pos="3969"/>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100" d="100"/>
        <a:sy n="100" d="100"/>
      </p:scale>
      <p:origin x="0" y="24174"/>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notesMaster" Target="notesMasters/notesMaster1.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6258" name="Rectangle 2"/>
          <p:cNvSpPr>
            <a:spLocks noGrp="1" noChangeArrowheads="1"/>
          </p:cNvSpPr>
          <p:nvPr>
            <p:ph type="hdr" sz="quarter"/>
          </p:nvPr>
        </p:nvSpPr>
        <p:spPr bwMode="auto">
          <a:xfrm>
            <a:off x="3841750" y="0"/>
            <a:ext cx="2938463" cy="495300"/>
          </a:xfrm>
          <a:prstGeom prst="rect">
            <a:avLst/>
          </a:prstGeom>
          <a:noFill/>
          <a:ln w="9525">
            <a:noFill/>
            <a:miter lim="800000"/>
          </a:ln>
          <a:effectLst/>
        </p:spPr>
        <p:txBody>
          <a:bodyPr vert="horz" wrap="square" lIns="92969" tIns="46484" rIns="92969" bIns="46484" numCol="1" anchor="t" anchorCtr="0" compatLnSpc="1"/>
          <a:lstStyle>
            <a:lvl1pPr algn="r" defTabSz="930275" rtl="0" eaLnBrk="0" hangingPunct="0">
              <a:defRPr sz="1200">
                <a:latin typeface="Helvetica" pitchFamily="-84" charset="0"/>
              </a:defRPr>
            </a:lvl1pPr>
          </a:lstStyle>
          <a:p>
            <a:pPr marL="0" marR="0" lvl="0" indent="0" algn="r" defTabSz="930275"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Helvetica" pitchFamily="-84" charset="0"/>
              <a:ea typeface="+mn-ea"/>
              <a:cs typeface="+mn-cs"/>
            </a:endParaRPr>
          </a:p>
        </p:txBody>
      </p:sp>
      <p:sp>
        <p:nvSpPr>
          <p:cNvPr id="96259" name="Rectangle 3"/>
          <p:cNvSpPr>
            <a:spLocks noGrp="1" noChangeArrowheads="1"/>
          </p:cNvSpPr>
          <p:nvPr>
            <p:ph type="dt" sz="quarter" idx="1"/>
          </p:nvPr>
        </p:nvSpPr>
        <p:spPr bwMode="auto">
          <a:xfrm>
            <a:off x="0" y="0"/>
            <a:ext cx="2938463" cy="495300"/>
          </a:xfrm>
          <a:prstGeom prst="rect">
            <a:avLst/>
          </a:prstGeom>
          <a:noFill/>
          <a:ln w="9525">
            <a:noFill/>
            <a:miter lim="800000"/>
          </a:ln>
          <a:effectLst/>
        </p:spPr>
        <p:txBody>
          <a:bodyPr vert="horz" wrap="square" lIns="92969" tIns="46484" rIns="92969" bIns="46484" numCol="1" anchor="t" anchorCtr="0" compatLnSpc="1"/>
          <a:lstStyle>
            <a:lvl1pPr algn="l" defTabSz="930275" rtl="0" eaLnBrk="0" hangingPunct="0">
              <a:defRPr sz="1200">
                <a:latin typeface="Helvetica" pitchFamily="-84" charset="0"/>
              </a:defRPr>
            </a:lvl1pPr>
          </a:lstStyle>
          <a:p>
            <a:pPr marL="0" marR="0" lvl="0" indent="0" algn="l" defTabSz="930275"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Helvetica" pitchFamily="-84" charset="0"/>
              <a:ea typeface="+mn-ea"/>
              <a:cs typeface="+mn-cs"/>
            </a:endParaRPr>
          </a:p>
        </p:txBody>
      </p:sp>
      <p:sp>
        <p:nvSpPr>
          <p:cNvPr id="96260" name="Rectangle 4"/>
          <p:cNvSpPr>
            <a:spLocks noGrp="1" noChangeArrowheads="1"/>
          </p:cNvSpPr>
          <p:nvPr>
            <p:ph type="ftr" sz="quarter" idx="2"/>
          </p:nvPr>
        </p:nvSpPr>
        <p:spPr bwMode="auto">
          <a:xfrm>
            <a:off x="3841750" y="9415463"/>
            <a:ext cx="2938463" cy="495300"/>
          </a:xfrm>
          <a:prstGeom prst="rect">
            <a:avLst/>
          </a:prstGeom>
          <a:noFill/>
          <a:ln w="9525">
            <a:noFill/>
            <a:miter lim="800000"/>
          </a:ln>
          <a:effectLst/>
        </p:spPr>
        <p:txBody>
          <a:bodyPr vert="horz" wrap="square" lIns="92969" tIns="46484" rIns="92969" bIns="46484" numCol="1" anchor="b" anchorCtr="0" compatLnSpc="1"/>
          <a:lstStyle>
            <a:lvl1pPr algn="r" defTabSz="930275" rtl="0" eaLnBrk="0" hangingPunct="0">
              <a:defRPr sz="1200">
                <a:latin typeface="Helvetica" pitchFamily="-84" charset="0"/>
              </a:defRPr>
            </a:lvl1pPr>
          </a:lstStyle>
          <a:p>
            <a:pPr marL="0" marR="0" lvl="0" indent="0" algn="r" defTabSz="930275"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Helvetica" pitchFamily="-84" charset="0"/>
              <a:ea typeface="+mn-ea"/>
              <a:cs typeface="+mn-cs"/>
            </a:endParaRPr>
          </a:p>
        </p:txBody>
      </p:sp>
      <p:sp>
        <p:nvSpPr>
          <p:cNvPr id="96261" name="Rectangle 5"/>
          <p:cNvSpPr>
            <a:spLocks noGrp="1" noChangeArrowheads="1"/>
          </p:cNvSpPr>
          <p:nvPr>
            <p:ph type="sldNum" sz="quarter" idx="3"/>
          </p:nvPr>
        </p:nvSpPr>
        <p:spPr bwMode="auto">
          <a:xfrm>
            <a:off x="0" y="9415463"/>
            <a:ext cx="2938463" cy="495300"/>
          </a:xfrm>
          <a:prstGeom prst="rect">
            <a:avLst/>
          </a:prstGeom>
          <a:noFill/>
          <a:ln w="9525">
            <a:noFill/>
            <a:miter lim="800000"/>
          </a:ln>
          <a:effectLst/>
        </p:spPr>
        <p:txBody>
          <a:bodyPr vert="horz" wrap="square" lIns="92969" tIns="46484" rIns="92969" bIns="46484" numCol="1" anchor="b" anchorCtr="0" compatLnSpc="1"/>
          <a:lstStyle/>
          <a:p>
            <a:pPr lvl="0" defTabSz="930275">
              <a:buNone/>
            </a:pPr>
            <a:fld id="{9A0DB2DC-4C9A-4742-B13C-FB6460FD3503}" type="slidenum">
              <a:rPr lang="he-IL" altLang="en-US" sz="1200" dirty="0">
                <a:latin typeface="Helvetica" pitchFamily="-84" charset="0"/>
                <a:cs typeface="Arial" panose="020B0604020202020204" pitchFamily="34" charset="0"/>
              </a:rPr>
              <a:pPr lvl="0" defTabSz="930275">
                <a:buNone/>
              </a:pPr>
              <a:t>‹#›</a:t>
            </a:fld>
            <a:endParaRPr lang="he-IL" altLang="en-US" sz="1200" dirty="0">
              <a:latin typeface="Helvetica" pitchFamily="-84" charset="0"/>
              <a:cs typeface="Arial" panose="020B0604020202020204" pitchFamily="34" charset="0"/>
            </a:endParaRPr>
          </a:p>
        </p:txBody>
      </p:sp>
    </p:spTree>
    <p:extLst>
      <p:ext uri="{BB962C8B-B14F-4D97-AF65-F5344CB8AC3E}">
        <p14:creationId xmlns:p14="http://schemas.microsoft.com/office/powerpoint/2010/main" val="400983713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38463" cy="495300"/>
          </a:xfrm>
          <a:prstGeom prst="rect">
            <a:avLst/>
          </a:prstGeom>
          <a:noFill/>
          <a:ln w="9525">
            <a:noFill/>
            <a:miter lim="800000"/>
          </a:ln>
          <a:effectLst/>
        </p:spPr>
        <p:txBody>
          <a:bodyPr vert="horz" wrap="none" lIns="92969" tIns="46484" rIns="92969" bIns="46484" numCol="1" anchor="ctr" anchorCtr="0" compatLnSpc="1"/>
          <a:lstStyle>
            <a:lvl1pPr algn="l" defTabSz="930275" rtl="0" eaLnBrk="0" hangingPunct="0">
              <a:defRPr sz="1200"/>
            </a:lvl1pPr>
          </a:lstStyle>
          <a:p>
            <a:pPr marL="0" marR="0" lvl="0" indent="0" algn="l" defTabSz="930275"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6147" name="Rectangle 3"/>
          <p:cNvSpPr>
            <a:spLocks noGrp="1" noChangeArrowheads="1"/>
          </p:cNvSpPr>
          <p:nvPr>
            <p:ph type="dt" idx="1"/>
          </p:nvPr>
        </p:nvSpPr>
        <p:spPr bwMode="auto">
          <a:xfrm>
            <a:off x="3841750" y="0"/>
            <a:ext cx="2938463" cy="495300"/>
          </a:xfrm>
          <a:prstGeom prst="rect">
            <a:avLst/>
          </a:prstGeom>
          <a:noFill/>
          <a:ln w="9525">
            <a:noFill/>
            <a:miter lim="800000"/>
          </a:ln>
          <a:effectLst/>
        </p:spPr>
        <p:txBody>
          <a:bodyPr vert="horz" wrap="none" lIns="92969" tIns="46484" rIns="92969" bIns="46484" numCol="1" anchor="ctr" anchorCtr="0" compatLnSpc="1"/>
          <a:lstStyle>
            <a:lvl1pPr algn="r" defTabSz="930275" rtl="0" eaLnBrk="0" hangingPunct="0">
              <a:defRPr sz="1200"/>
            </a:lvl1pPr>
          </a:lstStyle>
          <a:p>
            <a:pPr marL="0" marR="0" lvl="0" indent="0" algn="r" defTabSz="930275"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82948" name="Rectangle 4"/>
          <p:cNvSpPr>
            <a:spLocks noGrp="1" noRot="1" noChangeAspect="1" noTextEdit="1"/>
          </p:cNvSpPr>
          <p:nvPr>
            <p:ph type="sldImg" idx="2"/>
          </p:nvPr>
        </p:nvSpPr>
        <p:spPr>
          <a:xfrm>
            <a:off x="139700" y="742950"/>
            <a:ext cx="6500813" cy="3716338"/>
          </a:xfrm>
          <a:prstGeom prst="rect">
            <a:avLst/>
          </a:prstGeom>
          <a:noFill/>
          <a:ln w="9525" cap="flat" cmpd="sng">
            <a:solidFill>
              <a:srgbClr val="000000"/>
            </a:solidFill>
            <a:prstDash val="solid"/>
            <a:miter/>
            <a:headEnd type="none" w="med" len="med"/>
            <a:tailEnd type="none" w="med" len="med"/>
          </a:ln>
        </p:spPr>
      </p:sp>
      <p:sp>
        <p:nvSpPr>
          <p:cNvPr id="6149" name="Rectangle 5"/>
          <p:cNvSpPr>
            <a:spLocks noGrp="1" noChangeArrowheads="1"/>
          </p:cNvSpPr>
          <p:nvPr>
            <p:ph type="body" sz="quarter" idx="3"/>
          </p:nvPr>
        </p:nvSpPr>
        <p:spPr bwMode="auto">
          <a:xfrm>
            <a:off x="904875" y="4706938"/>
            <a:ext cx="4970463" cy="4460875"/>
          </a:xfrm>
          <a:prstGeom prst="rect">
            <a:avLst/>
          </a:prstGeom>
          <a:noFill/>
          <a:ln w="9525">
            <a:noFill/>
            <a:miter lim="800000"/>
          </a:ln>
          <a:effectLst/>
        </p:spPr>
        <p:txBody>
          <a:bodyPr vert="horz" wrap="none" lIns="92969" tIns="46484" rIns="92969" bIns="46484" numCol="1" anchor="ctr"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sz="13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Click to edit Master text styles</a:t>
            </a:r>
          </a:p>
          <a:p>
            <a:pPr marL="509905" marR="0" lvl="1" indent="0" algn="l" defTabSz="914400" rtl="0" eaLnBrk="0" fontAlgn="base" latinLnBrk="0" hangingPunct="0">
              <a:lnSpc>
                <a:spcPct val="100000"/>
              </a:lnSpc>
              <a:spcBef>
                <a:spcPct val="30000"/>
              </a:spcBef>
              <a:spcAft>
                <a:spcPct val="0"/>
              </a:spcAft>
              <a:buClrTx/>
              <a:buSzTx/>
              <a:buFontTx/>
              <a:buNone/>
              <a:defRPr/>
            </a:pPr>
            <a:r>
              <a:rPr kumimoji="0" lang="en-US" sz="13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Second level</a:t>
            </a:r>
          </a:p>
          <a:p>
            <a:pPr marL="1021080" marR="0" lvl="2" indent="0" algn="l" defTabSz="914400" rtl="0" eaLnBrk="0" fontAlgn="base" latinLnBrk="0" hangingPunct="0">
              <a:lnSpc>
                <a:spcPct val="100000"/>
              </a:lnSpc>
              <a:spcBef>
                <a:spcPct val="30000"/>
              </a:spcBef>
              <a:spcAft>
                <a:spcPct val="0"/>
              </a:spcAft>
              <a:buClrTx/>
              <a:buSzTx/>
              <a:buFontTx/>
              <a:buNone/>
              <a:defRPr/>
            </a:pPr>
            <a:r>
              <a:rPr kumimoji="0" lang="en-US" sz="13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Third level</a:t>
            </a:r>
          </a:p>
          <a:p>
            <a:pPr marL="1532255" marR="0" lvl="3" indent="0" algn="l" defTabSz="914400" rtl="0" eaLnBrk="0" fontAlgn="base" latinLnBrk="0" hangingPunct="0">
              <a:lnSpc>
                <a:spcPct val="100000"/>
              </a:lnSpc>
              <a:spcBef>
                <a:spcPct val="30000"/>
              </a:spcBef>
              <a:spcAft>
                <a:spcPct val="0"/>
              </a:spcAft>
              <a:buClrTx/>
              <a:buSzTx/>
              <a:buFontTx/>
              <a:buNone/>
              <a:defRPr/>
            </a:pPr>
            <a:r>
              <a:rPr kumimoji="0" lang="en-US" sz="13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Fourth level</a:t>
            </a:r>
          </a:p>
          <a:p>
            <a:pPr marL="2043430" marR="0" lvl="4" indent="0" algn="l" defTabSz="914400" rtl="0" eaLnBrk="0" fontAlgn="base" latinLnBrk="0" hangingPunct="0">
              <a:lnSpc>
                <a:spcPct val="100000"/>
              </a:lnSpc>
              <a:spcBef>
                <a:spcPct val="30000"/>
              </a:spcBef>
              <a:spcAft>
                <a:spcPct val="0"/>
              </a:spcAft>
              <a:buClrTx/>
              <a:buSzTx/>
              <a:buFontTx/>
              <a:buNone/>
              <a:defRPr/>
            </a:pPr>
            <a:r>
              <a:rPr kumimoji="0" lang="en-US" sz="13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Fifth level</a:t>
            </a:r>
          </a:p>
        </p:txBody>
      </p:sp>
      <p:sp>
        <p:nvSpPr>
          <p:cNvPr id="6150" name="Rectangle 6"/>
          <p:cNvSpPr>
            <a:spLocks noGrp="1" noChangeArrowheads="1"/>
          </p:cNvSpPr>
          <p:nvPr>
            <p:ph type="ftr" sz="quarter" idx="4"/>
          </p:nvPr>
        </p:nvSpPr>
        <p:spPr bwMode="auto">
          <a:xfrm>
            <a:off x="0" y="9415463"/>
            <a:ext cx="2938463" cy="495300"/>
          </a:xfrm>
          <a:prstGeom prst="rect">
            <a:avLst/>
          </a:prstGeom>
          <a:noFill/>
          <a:ln w="9525">
            <a:noFill/>
            <a:miter lim="800000"/>
          </a:ln>
          <a:effectLst/>
        </p:spPr>
        <p:txBody>
          <a:bodyPr vert="horz" wrap="none" lIns="92969" tIns="46484" rIns="92969" bIns="46484" numCol="1" anchor="b" anchorCtr="0" compatLnSpc="1"/>
          <a:lstStyle>
            <a:lvl1pPr algn="l" defTabSz="930275" rtl="0" eaLnBrk="0" hangingPunct="0">
              <a:defRPr sz="1200"/>
            </a:lvl1pPr>
          </a:lstStyle>
          <a:p>
            <a:pPr marL="0" marR="0" lvl="0" indent="0" algn="l" defTabSz="930275"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6151" name="Rectangle 7"/>
          <p:cNvSpPr>
            <a:spLocks noGrp="1" noChangeArrowheads="1"/>
          </p:cNvSpPr>
          <p:nvPr>
            <p:ph type="sldNum" sz="quarter" idx="5"/>
          </p:nvPr>
        </p:nvSpPr>
        <p:spPr bwMode="auto">
          <a:xfrm>
            <a:off x="3841750" y="9415463"/>
            <a:ext cx="2938463" cy="495300"/>
          </a:xfrm>
          <a:prstGeom prst="rect">
            <a:avLst/>
          </a:prstGeom>
          <a:noFill/>
          <a:ln w="9525">
            <a:noFill/>
            <a:miter lim="800000"/>
          </a:ln>
          <a:effectLst/>
        </p:spPr>
        <p:txBody>
          <a:bodyPr vert="horz" wrap="none" lIns="92969" tIns="46484" rIns="92969" bIns="46484" numCol="1" anchor="b" anchorCtr="0" compatLnSpc="1"/>
          <a:lstStyle/>
          <a:p>
            <a:pPr lvl="0" algn="r" defTabSz="930275">
              <a:buNone/>
            </a:pPr>
            <a:fld id="{9A0DB2DC-4C9A-4742-B13C-FB6460FD3503}" type="slidenum">
              <a:rPr lang="he-IL" altLang="en-US" sz="1200" dirty="0">
                <a:cs typeface="Times New Roman" panose="02020603050405020304" pitchFamily="18" charset="0"/>
              </a:rPr>
              <a:pPr lvl="0" algn="r" defTabSz="930275">
                <a:buNone/>
              </a:pPr>
              <a:t>‹#›</a:t>
            </a:fld>
            <a:endParaRPr lang="he-IL" altLang="en-US" sz="1200" dirty="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77989888"/>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300" kern="1200">
        <a:solidFill>
          <a:schemeClr val="tx1"/>
        </a:solidFill>
        <a:latin typeface="Times New Roman" panose="02020603050405020304" pitchFamily="18" charset="0"/>
        <a:ea typeface="+mn-ea"/>
        <a:cs typeface="+mn-cs"/>
      </a:defRPr>
    </a:lvl1pPr>
    <a:lvl2pPr marL="509905" algn="l" rtl="0" eaLnBrk="0" fontAlgn="base" hangingPunct="0">
      <a:spcBef>
        <a:spcPct val="30000"/>
      </a:spcBef>
      <a:spcAft>
        <a:spcPct val="0"/>
      </a:spcAft>
      <a:defRPr sz="1300" kern="1200">
        <a:solidFill>
          <a:schemeClr val="tx1"/>
        </a:solidFill>
        <a:latin typeface="Times New Roman" panose="02020603050405020304" pitchFamily="18" charset="0"/>
        <a:ea typeface="+mn-ea"/>
        <a:cs typeface="+mn-cs"/>
      </a:defRPr>
    </a:lvl2pPr>
    <a:lvl3pPr marL="1021080" algn="l" rtl="0" eaLnBrk="0" fontAlgn="base" hangingPunct="0">
      <a:spcBef>
        <a:spcPct val="30000"/>
      </a:spcBef>
      <a:spcAft>
        <a:spcPct val="0"/>
      </a:spcAft>
      <a:defRPr sz="1300" kern="1200">
        <a:solidFill>
          <a:schemeClr val="tx1"/>
        </a:solidFill>
        <a:latin typeface="Times New Roman" panose="02020603050405020304" pitchFamily="18" charset="0"/>
        <a:ea typeface="+mn-ea"/>
        <a:cs typeface="+mn-cs"/>
      </a:defRPr>
    </a:lvl3pPr>
    <a:lvl4pPr marL="1532255" algn="l" rtl="0" eaLnBrk="0" fontAlgn="base" hangingPunct="0">
      <a:spcBef>
        <a:spcPct val="30000"/>
      </a:spcBef>
      <a:spcAft>
        <a:spcPct val="0"/>
      </a:spcAft>
      <a:defRPr sz="1300" kern="1200">
        <a:solidFill>
          <a:schemeClr val="tx1"/>
        </a:solidFill>
        <a:latin typeface="Times New Roman" panose="02020603050405020304" pitchFamily="18" charset="0"/>
        <a:ea typeface="+mn-ea"/>
        <a:cs typeface="+mn-cs"/>
      </a:defRPr>
    </a:lvl4pPr>
    <a:lvl5pPr marL="2043430" algn="l" rtl="0" eaLnBrk="0" fontAlgn="base" hangingPunct="0">
      <a:spcBef>
        <a:spcPct val="30000"/>
      </a:spcBef>
      <a:spcAft>
        <a:spcPct val="0"/>
      </a:spcAft>
      <a:defRPr sz="1300" kern="1200">
        <a:solidFill>
          <a:schemeClr val="tx1"/>
        </a:solidFill>
        <a:latin typeface="Times New Roman" panose="02020603050405020304" pitchFamily="18" charset="0"/>
        <a:ea typeface="+mn-ea"/>
        <a:cs typeface="+mn-cs"/>
      </a:defRPr>
    </a:lvl5pPr>
    <a:lvl6pPr marL="2555240" algn="r" defTabSz="1022350" rtl="1" eaLnBrk="1" latinLnBrk="0" hangingPunct="1">
      <a:defRPr sz="1300" kern="1200">
        <a:solidFill>
          <a:schemeClr val="tx1"/>
        </a:solidFill>
        <a:latin typeface="+mn-lt"/>
        <a:ea typeface="+mn-ea"/>
        <a:cs typeface="+mn-cs"/>
      </a:defRPr>
    </a:lvl6pPr>
    <a:lvl7pPr marL="3066415" algn="r" defTabSz="1022350" rtl="1" eaLnBrk="1" latinLnBrk="0" hangingPunct="1">
      <a:defRPr sz="1300" kern="1200">
        <a:solidFill>
          <a:schemeClr val="tx1"/>
        </a:solidFill>
        <a:latin typeface="+mn-lt"/>
        <a:ea typeface="+mn-ea"/>
        <a:cs typeface="+mn-cs"/>
      </a:defRPr>
    </a:lvl7pPr>
    <a:lvl8pPr marL="3577590" algn="r" defTabSz="1022350" rtl="1" eaLnBrk="1" latinLnBrk="0" hangingPunct="1">
      <a:defRPr sz="1300" kern="1200">
        <a:solidFill>
          <a:schemeClr val="tx1"/>
        </a:solidFill>
        <a:latin typeface="+mn-lt"/>
        <a:ea typeface="+mn-ea"/>
        <a:cs typeface="+mn-cs"/>
      </a:defRPr>
    </a:lvl8pPr>
    <a:lvl9pPr marL="4088765" algn="r" defTabSz="1022350" rtl="1" eaLnBrk="1" latinLnBrk="0" hangingPunct="1">
      <a:defRPr sz="13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txBox="1">
            <a:spLocks noGrp="1"/>
          </p:cNvSpPr>
          <p:nvPr>
            <p:ph type="sldNum" sz="quarter"/>
          </p:nvPr>
        </p:nvSpPr>
        <p:spPr>
          <a:xfrm>
            <a:off x="3841750" y="9415463"/>
            <a:ext cx="2938463" cy="495300"/>
          </a:xfrm>
          <a:prstGeom prst="rect">
            <a:avLst/>
          </a:prstGeom>
          <a:noFill/>
          <a:ln w="9525">
            <a:noFill/>
          </a:ln>
        </p:spPr>
        <p:txBody>
          <a:bodyPr wrap="none" lIns="92969" tIns="46484" rIns="92969" bIns="46484" anchor="b" anchorCtr="0"/>
          <a:lstStyle/>
          <a:p>
            <a:pPr lvl="0" algn="r" defTabSz="930275">
              <a:buNone/>
            </a:pPr>
            <a:fld id="{9A0DB2DC-4C9A-4742-B13C-FB6460FD3503}" type="slidenum">
              <a:rPr lang="he-IL" altLang="en-US" sz="1200" dirty="0">
                <a:cs typeface="Times New Roman" panose="02020603050405020304" pitchFamily="18" charset="0"/>
              </a:rPr>
              <a:pPr lvl="0" algn="r" defTabSz="930275">
                <a:buNone/>
              </a:pPr>
              <a:t>3</a:t>
            </a:fld>
            <a:endParaRPr lang="he-IL" altLang="en-US" sz="1200" dirty="0">
              <a:ea typeface="Times New Roman" panose="02020603050405020304" pitchFamily="18" charset="0"/>
              <a:cs typeface="Times New Roman" panose="02020603050405020304" pitchFamily="18" charset="0"/>
            </a:endParaRPr>
          </a:p>
        </p:txBody>
      </p:sp>
      <p:sp>
        <p:nvSpPr>
          <p:cNvPr id="83971" name="Rectangle 2"/>
          <p:cNvSpPr>
            <a:spLocks noGrp="1" noRot="1" noChangeAspect="1" noTextEdit="1"/>
          </p:cNvSpPr>
          <p:nvPr>
            <p:ph type="sldImg"/>
          </p:nvPr>
        </p:nvSpPr>
        <p:spPr>
          <a:ln/>
        </p:spPr>
      </p:sp>
      <p:sp>
        <p:nvSpPr>
          <p:cNvPr id="83972" name="Rectangle 3"/>
          <p:cNvSpPr>
            <a:spLocks noGrp="1"/>
          </p:cNvSpPr>
          <p:nvPr>
            <p:ph type="body" idx="1"/>
          </p:nvPr>
        </p:nvSpPr>
        <p:spPr>
          <a:ln/>
        </p:spPr>
        <p:txBody>
          <a:bodyPr wrap="none" lIns="92969" tIns="46484" rIns="92969" bIns="46484" anchor="ctr" anchorCtr="0"/>
          <a:lstStyle/>
          <a:p>
            <a:pPr lvl="0"/>
            <a:endParaRPr lang="he-IL" altLang="en-US" dirty="0">
              <a:ea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txBox="1">
            <a:spLocks noGrp="1"/>
          </p:cNvSpPr>
          <p:nvPr>
            <p:ph type="sldNum" sz="quarter"/>
          </p:nvPr>
        </p:nvSpPr>
        <p:spPr>
          <a:xfrm>
            <a:off x="3841750" y="9415463"/>
            <a:ext cx="2938463" cy="495300"/>
          </a:xfrm>
          <a:prstGeom prst="rect">
            <a:avLst/>
          </a:prstGeom>
          <a:noFill/>
          <a:ln w="9525">
            <a:noFill/>
          </a:ln>
        </p:spPr>
        <p:txBody>
          <a:bodyPr wrap="none" lIns="92969" tIns="46484" rIns="92969" bIns="46484" anchor="b" anchorCtr="0"/>
          <a:lstStyle/>
          <a:p>
            <a:pPr lvl="0" algn="r" defTabSz="930275">
              <a:buNone/>
            </a:pPr>
            <a:fld id="{9A0DB2DC-4C9A-4742-B13C-FB6460FD3503}" type="slidenum">
              <a:rPr lang="he-IL" altLang="en-US" sz="1200" dirty="0">
                <a:cs typeface="Times New Roman" panose="02020603050405020304" pitchFamily="18" charset="0"/>
              </a:rPr>
              <a:pPr lvl="0" algn="r" defTabSz="930275">
                <a:buNone/>
              </a:pPr>
              <a:t>4</a:t>
            </a:fld>
            <a:endParaRPr lang="he-IL" altLang="en-US" sz="1200" dirty="0">
              <a:ea typeface="Times New Roman" panose="02020603050405020304" pitchFamily="18" charset="0"/>
              <a:cs typeface="Times New Roman" panose="02020603050405020304" pitchFamily="18" charset="0"/>
            </a:endParaRPr>
          </a:p>
        </p:txBody>
      </p:sp>
      <p:sp>
        <p:nvSpPr>
          <p:cNvPr id="84995" name="Rectangle 2"/>
          <p:cNvSpPr>
            <a:spLocks noGrp="1" noRot="1" noChangeAspect="1" noTextEdit="1"/>
          </p:cNvSpPr>
          <p:nvPr>
            <p:ph type="sldImg"/>
          </p:nvPr>
        </p:nvSpPr>
        <p:spPr>
          <a:ln/>
        </p:spPr>
      </p:sp>
      <p:sp>
        <p:nvSpPr>
          <p:cNvPr id="84996" name="Rectangle 3"/>
          <p:cNvSpPr>
            <a:spLocks noGrp="1"/>
          </p:cNvSpPr>
          <p:nvPr>
            <p:ph type="body" idx="1"/>
          </p:nvPr>
        </p:nvSpPr>
        <p:spPr>
          <a:ln/>
        </p:spPr>
        <p:txBody>
          <a:bodyPr wrap="none" lIns="92969" tIns="46484" rIns="92969" bIns="46484" anchor="ctr" anchorCtr="0"/>
          <a:lstStyle/>
          <a:p>
            <a:pPr lvl="0"/>
            <a:endParaRPr lang="he-IL" altLang="en-US" dirty="0">
              <a:ea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txBox="1">
            <a:spLocks noGrp="1"/>
          </p:cNvSpPr>
          <p:nvPr>
            <p:ph type="sldNum" sz="quarter"/>
          </p:nvPr>
        </p:nvSpPr>
        <p:spPr>
          <a:xfrm>
            <a:off x="3841750" y="9415463"/>
            <a:ext cx="2938463" cy="495300"/>
          </a:xfrm>
          <a:prstGeom prst="rect">
            <a:avLst/>
          </a:prstGeom>
          <a:noFill/>
          <a:ln w="9525">
            <a:noFill/>
          </a:ln>
        </p:spPr>
        <p:txBody>
          <a:bodyPr wrap="none" lIns="92969" tIns="46484" rIns="92969" bIns="46484" anchor="b" anchorCtr="0"/>
          <a:lstStyle/>
          <a:p>
            <a:pPr lvl="0" algn="r" defTabSz="930275">
              <a:buNone/>
            </a:pPr>
            <a:fld id="{9A0DB2DC-4C9A-4742-B13C-FB6460FD3503}" type="slidenum">
              <a:rPr lang="he-IL" altLang="en-US" sz="1200" dirty="0">
                <a:cs typeface="Times New Roman" panose="02020603050405020304" pitchFamily="18" charset="0"/>
              </a:rPr>
              <a:pPr lvl="0" algn="r" defTabSz="930275">
                <a:buNone/>
              </a:pPr>
              <a:t>11</a:t>
            </a:fld>
            <a:endParaRPr lang="he-IL" altLang="en-US" sz="1200" dirty="0">
              <a:ea typeface="Times New Roman" panose="02020603050405020304" pitchFamily="18" charset="0"/>
              <a:cs typeface="Times New Roman" panose="02020603050405020304" pitchFamily="18" charset="0"/>
            </a:endParaRPr>
          </a:p>
        </p:txBody>
      </p:sp>
      <p:sp>
        <p:nvSpPr>
          <p:cNvPr id="86019" name="Rectangle 2"/>
          <p:cNvSpPr>
            <a:spLocks noGrp="1" noRot="1" noChangeAspect="1" noTextEdit="1"/>
          </p:cNvSpPr>
          <p:nvPr>
            <p:ph type="sldImg"/>
          </p:nvPr>
        </p:nvSpPr>
        <p:spPr>
          <a:ln/>
        </p:spPr>
      </p:sp>
      <p:sp>
        <p:nvSpPr>
          <p:cNvPr id="86020" name="Rectangle 3"/>
          <p:cNvSpPr>
            <a:spLocks noGrp="1"/>
          </p:cNvSpPr>
          <p:nvPr>
            <p:ph type="body" idx="1"/>
          </p:nvPr>
        </p:nvSpPr>
        <p:spPr>
          <a:ln/>
        </p:spPr>
        <p:txBody>
          <a:bodyPr wrap="none" lIns="92969" tIns="46484" rIns="92969" bIns="46484" anchor="ctr" anchorCtr="0"/>
          <a:lstStyle/>
          <a:p>
            <a:pPr lvl="0"/>
            <a:endParaRPr lang="he-IL" altLang="en-US" dirty="0">
              <a:ea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Image Placeholder 1"/>
          <p:cNvSpPr>
            <a:spLocks noGrp="1" noRot="1" noChangeAspect="1" noTextEdit="1"/>
          </p:cNvSpPr>
          <p:nvPr>
            <p:ph type="sldImg"/>
          </p:nvPr>
        </p:nvSpPr>
        <p:spPr>
          <a:ln/>
        </p:spPr>
      </p:sp>
      <p:sp>
        <p:nvSpPr>
          <p:cNvPr id="87043" name="Notes Placeholder 2"/>
          <p:cNvSpPr>
            <a:spLocks noGrp="1"/>
          </p:cNvSpPr>
          <p:nvPr>
            <p:ph type="body" idx="1"/>
          </p:nvPr>
        </p:nvSpPr>
        <p:spPr>
          <a:ln/>
        </p:spPr>
        <p:txBody>
          <a:bodyPr wrap="none" lIns="92969" tIns="46484" rIns="92969" bIns="46484" anchor="ctr" anchorCtr="0"/>
          <a:lstStyle/>
          <a:p>
            <a:pPr lvl="0"/>
            <a:endParaRPr lang="en-IN" altLang="x-none" dirty="0"/>
          </a:p>
        </p:txBody>
      </p:sp>
      <p:sp>
        <p:nvSpPr>
          <p:cNvPr id="87044" name="Slide Number Placeholder 3"/>
          <p:cNvSpPr txBox="1">
            <a:spLocks noGrp="1"/>
          </p:cNvSpPr>
          <p:nvPr>
            <p:ph type="sldNum" sz="quarter"/>
          </p:nvPr>
        </p:nvSpPr>
        <p:spPr>
          <a:xfrm>
            <a:off x="3841750" y="9415463"/>
            <a:ext cx="2938463" cy="495300"/>
          </a:xfrm>
          <a:prstGeom prst="rect">
            <a:avLst/>
          </a:prstGeom>
          <a:noFill/>
          <a:ln w="9525">
            <a:noFill/>
          </a:ln>
        </p:spPr>
        <p:txBody>
          <a:bodyPr wrap="none" lIns="92969" tIns="46484" rIns="92969" bIns="46484" anchor="b" anchorCtr="0"/>
          <a:lstStyle/>
          <a:p>
            <a:pPr lvl="0" algn="r" defTabSz="930275">
              <a:buNone/>
            </a:pPr>
            <a:fld id="{9A0DB2DC-4C9A-4742-B13C-FB6460FD3503}" type="slidenum">
              <a:rPr lang="he-IL" altLang="en-US" sz="1200" dirty="0">
                <a:cs typeface="Times New Roman" panose="02020603050405020304" pitchFamily="18" charset="0"/>
              </a:rPr>
              <a:pPr lvl="0" algn="r" defTabSz="930275">
                <a:buNone/>
              </a:pPr>
              <a:t>24</a:t>
            </a:fld>
            <a:endParaRPr lang="he-IL" altLang="en-US" sz="1200" dirty="0">
              <a:ea typeface="Times New Roman" panose="02020603050405020304" pitchFamily="18" charset="0"/>
              <a:cs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txBox="1">
            <a:spLocks noGrp="1"/>
          </p:cNvSpPr>
          <p:nvPr>
            <p:ph type="sldNum" sz="quarter"/>
          </p:nvPr>
        </p:nvSpPr>
        <p:spPr>
          <a:xfrm>
            <a:off x="3841750" y="9415463"/>
            <a:ext cx="2938463" cy="495300"/>
          </a:xfrm>
          <a:prstGeom prst="rect">
            <a:avLst/>
          </a:prstGeom>
          <a:noFill/>
          <a:ln w="9525">
            <a:noFill/>
          </a:ln>
        </p:spPr>
        <p:txBody>
          <a:bodyPr wrap="none" lIns="92969" tIns="46484" rIns="92969" bIns="46484" anchor="b" anchorCtr="0"/>
          <a:lstStyle/>
          <a:p>
            <a:pPr lvl="0" algn="r" defTabSz="930275">
              <a:buNone/>
            </a:pPr>
            <a:fld id="{9A0DB2DC-4C9A-4742-B13C-FB6460FD3503}" type="slidenum">
              <a:rPr lang="he-IL" altLang="en-US" sz="1200" dirty="0">
                <a:cs typeface="Times New Roman" panose="02020603050405020304" pitchFamily="18" charset="0"/>
              </a:rPr>
              <a:pPr lvl="0" algn="r" defTabSz="930275">
                <a:buNone/>
              </a:pPr>
              <a:t>81</a:t>
            </a:fld>
            <a:endParaRPr lang="he-IL" altLang="en-US" sz="1200" dirty="0">
              <a:ea typeface="Times New Roman" panose="02020603050405020304" pitchFamily="18" charset="0"/>
              <a:cs typeface="Times New Roman" panose="02020603050405020304" pitchFamily="18" charset="0"/>
            </a:endParaRPr>
          </a:p>
        </p:txBody>
      </p:sp>
      <p:sp>
        <p:nvSpPr>
          <p:cNvPr id="90115" name="Rectangle 2"/>
          <p:cNvSpPr>
            <a:spLocks noGrp="1" noRot="1" noChangeAspect="1" noTextEdit="1"/>
          </p:cNvSpPr>
          <p:nvPr>
            <p:ph type="sldImg"/>
          </p:nvPr>
        </p:nvSpPr>
        <p:spPr>
          <a:ln/>
        </p:spPr>
      </p:sp>
      <p:sp>
        <p:nvSpPr>
          <p:cNvPr id="90116" name="Rectangle 3"/>
          <p:cNvSpPr>
            <a:spLocks noGrp="1"/>
          </p:cNvSpPr>
          <p:nvPr>
            <p:ph type="body" idx="1"/>
          </p:nvPr>
        </p:nvSpPr>
        <p:spPr>
          <a:ln/>
        </p:spPr>
        <p:txBody>
          <a:bodyPr wrap="none" lIns="92969" tIns="46484" rIns="92969" bIns="46484" anchor="ctr" anchorCtr="0"/>
          <a:lstStyle/>
          <a:p>
            <a:pPr lvl="0"/>
            <a:endParaRPr lang="he-IL" altLang="en-US" dirty="0">
              <a:ea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sp>
        <p:nvSpPr>
          <p:cNvPr id="13" name="Rectangle 2"/>
          <p:cNvSpPr>
            <a:spLocks noChangeArrowheads="1"/>
          </p:cNvSpPr>
          <p:nvPr/>
        </p:nvSpPr>
        <p:spPr bwMode="auto">
          <a:xfrm>
            <a:off x="0" y="0"/>
            <a:ext cx="6300788" cy="7200900"/>
          </a:xfrm>
          <a:prstGeom prst="rect">
            <a:avLst/>
          </a:prstGeom>
          <a:solidFill>
            <a:srgbClr val="99CC99"/>
          </a:solidFill>
          <a:ln>
            <a:noFill/>
          </a:ln>
        </p:spPr>
        <p:txBody>
          <a:bodyPr wrap="none" lIns="102221" tIns="51110" rIns="102221" bIns="51110" anchor="ctr"/>
          <a:lstStyle/>
          <a:p>
            <a:pPr lvl="0" algn="ctr" eaLnBrk="1" hangingPunct="1">
              <a:buNone/>
            </a:pPr>
            <a:endParaRPr lang="he-IL" altLang="en-US" sz="2400" dirty="0">
              <a:latin typeface="Times New Roman" panose="02020603050405020304" pitchFamily="18" charset="0"/>
            </a:endParaRPr>
          </a:p>
        </p:txBody>
      </p:sp>
      <p:sp>
        <p:nvSpPr>
          <p:cNvPr id="14" name="AutoShape 3"/>
          <p:cNvSpPr>
            <a:spLocks noChangeArrowheads="1"/>
          </p:cNvSpPr>
          <p:nvPr/>
        </p:nvSpPr>
        <p:spPr bwMode="auto">
          <a:xfrm>
            <a:off x="944563" y="1039813"/>
            <a:ext cx="7142163" cy="2000250"/>
          </a:xfrm>
          <a:prstGeom prst="roundRect">
            <a:avLst>
              <a:gd name="adj" fmla="val 50000"/>
            </a:avLst>
          </a:prstGeom>
          <a:solidFill>
            <a:schemeClr val="bg1"/>
          </a:solidFill>
          <a:ln>
            <a:noFill/>
          </a:ln>
        </p:spPr>
        <p:txBody>
          <a:bodyPr wrap="none" lIns="102221" tIns="51110" rIns="102221" bIns="51110" anchor="ctr"/>
          <a:lstStyle/>
          <a:p>
            <a:pPr lvl="0" algn="ctr" eaLnBrk="1" hangingPunct="1">
              <a:buNone/>
            </a:pPr>
            <a:endParaRPr lang="he-IL" altLang="en-US" sz="2400" dirty="0">
              <a:latin typeface="Times New Roman" panose="02020603050405020304" pitchFamily="18" charset="0"/>
            </a:endParaRPr>
          </a:p>
        </p:txBody>
      </p:sp>
      <p:grpSp>
        <p:nvGrpSpPr>
          <p:cNvPr id="3076" name="Group 14"/>
          <p:cNvGrpSpPr/>
          <p:nvPr/>
        </p:nvGrpSpPr>
        <p:grpSpPr>
          <a:xfrm>
            <a:off x="5005388" y="5133975"/>
            <a:ext cx="6721475" cy="334963"/>
            <a:chOff x="2288" y="3080"/>
            <a:chExt cx="3072" cy="201"/>
          </a:xfrm>
        </p:grpSpPr>
        <p:sp>
          <p:nvSpPr>
            <p:cNvPr id="16" name="AutoShape 6"/>
            <p:cNvSpPr>
              <a:spLocks noChangeArrowheads="1"/>
            </p:cNvSpPr>
            <p:nvPr/>
          </p:nvSpPr>
          <p:spPr bwMode="auto">
            <a:xfrm flipH="1">
              <a:off x="2288" y="3080"/>
              <a:ext cx="2914" cy="200"/>
            </a:xfrm>
            <a:prstGeom prst="roundRect">
              <a:avLst>
                <a:gd name="adj" fmla="val 0"/>
              </a:avLst>
            </a:prstGeom>
            <a:solidFill>
              <a:srgbClr val="003366"/>
            </a:solidFill>
            <a:ln>
              <a:noFill/>
            </a:ln>
          </p:spPr>
          <p:txBody>
            <a:bodyPr wrap="none" anchor="ctr"/>
            <a:lstStyle/>
            <a:p>
              <a:pPr lvl="0" algn="r" rtl="1" eaLnBrk="1" hangingPunct="1">
                <a:buNone/>
              </a:pPr>
              <a:endParaRPr lang="he-IL" altLang="en-US" sz="2400" dirty="0">
                <a:latin typeface="Times New Roman" panose="02020603050405020304" pitchFamily="18" charset="0"/>
              </a:endParaRPr>
            </a:p>
          </p:txBody>
        </p:sp>
        <p:sp>
          <p:nvSpPr>
            <p:cNvPr id="17" name="AutoShape 7"/>
            <p:cNvSpPr>
              <a:spLocks noChangeArrowheads="1"/>
            </p:cNvSpPr>
            <p:nvPr/>
          </p:nvSpPr>
          <p:spPr bwMode="auto">
            <a:xfrm>
              <a:off x="5196" y="3080"/>
              <a:ext cx="164" cy="201"/>
            </a:xfrm>
            <a:prstGeom prst="flowChartDelay">
              <a:avLst/>
            </a:prstGeom>
            <a:solidFill>
              <a:srgbClr val="003366"/>
            </a:solidFill>
            <a:ln>
              <a:noFill/>
            </a:ln>
          </p:spPr>
          <p:txBody>
            <a:bodyPr wrap="none" anchor="ctr"/>
            <a:lstStyle/>
            <a:p>
              <a:pPr lvl="0" algn="r" rtl="1" eaLnBrk="1" hangingPunct="1">
                <a:buNone/>
              </a:pPr>
              <a:endParaRPr lang="he-IL" altLang="en-US" sz="2400" dirty="0">
                <a:latin typeface="Times New Roman" panose="02020603050405020304" pitchFamily="18" charset="0"/>
              </a:endParaRPr>
            </a:p>
          </p:txBody>
        </p:sp>
      </p:grpSp>
      <p:sp>
        <p:nvSpPr>
          <p:cNvPr id="110596" name="Rectangle 4"/>
          <p:cNvSpPr>
            <a:spLocks noGrp="1" noChangeArrowheads="1"/>
          </p:cNvSpPr>
          <p:nvPr>
            <p:ph type="subTitle" idx="1" hasCustomPrompt="1"/>
          </p:nvPr>
        </p:nvSpPr>
        <p:spPr>
          <a:xfrm>
            <a:off x="6440805" y="3073722"/>
            <a:ext cx="5040630" cy="1913572"/>
          </a:xfrm>
        </p:spPr>
        <p:txBody>
          <a:bodyPr anchor="b"/>
          <a:lstStyle>
            <a:lvl1pPr marL="0" indent="0" algn="ctr">
              <a:buFontTx/>
              <a:buNone/>
              <a:defRPr/>
            </a:lvl1pPr>
          </a:lstStyle>
          <a:p>
            <a:r>
              <a:rPr lang="en-US"/>
              <a:t>Sub Title</a:t>
            </a:r>
          </a:p>
        </p:txBody>
      </p:sp>
      <p:sp>
        <p:nvSpPr>
          <p:cNvPr id="110602" name="Rectangle 10"/>
          <p:cNvSpPr>
            <a:spLocks noGrp="1" noChangeArrowheads="1"/>
          </p:cNvSpPr>
          <p:nvPr>
            <p:ph type="ctrTitle" sz="quarter" hasCustomPrompt="1"/>
          </p:nvPr>
        </p:nvSpPr>
        <p:spPr>
          <a:xfrm>
            <a:off x="1290787" y="1496855"/>
            <a:ext cx="10711339" cy="1200150"/>
          </a:xfrm>
        </p:spPr>
        <p:txBody>
          <a:bodyPr anchor="ctr"/>
          <a:lstStyle>
            <a:lvl1pPr>
              <a:defRPr/>
            </a:lvl1pPr>
          </a:lstStyle>
          <a:p>
            <a:r>
              <a:rPr lang="en-US"/>
              <a:t>Press Here to change Title</a:t>
            </a:r>
          </a:p>
        </p:txBody>
      </p:sp>
      <p:sp>
        <p:nvSpPr>
          <p:cNvPr id="18" name="Footer Placeholder 8"/>
          <p:cNvSpPr>
            <a:spLocks noGrp="1" noChangeArrowheads="1"/>
          </p:cNvSpPr>
          <p:nvPr>
            <p:ph type="ftr" sz="quarter" idx="3"/>
          </p:nvPr>
        </p:nvSpPr>
        <p:spPr bwMode="auto">
          <a:xfrm>
            <a:off x="7161213" y="6880225"/>
            <a:ext cx="4519613" cy="350838"/>
          </a:xfrm>
          <a:prstGeom prst="rect">
            <a:avLst/>
          </a:prstGeom>
          <a:ln>
            <a:miter lim="800000"/>
          </a:ln>
        </p:spPr>
        <p:txBody>
          <a:bodyPr vert="horz" wrap="square" lIns="102221" tIns="51110" rIns="102221" bIns="51110" numCol="1" anchor="b" anchorCtr="0" compatLnSpc="1">
            <a:spAutoFit/>
          </a:bodyPr>
          <a:lstStyle>
            <a:lvl1pPr algn="r" eaLnBrk="1" hangingPunct="1">
              <a:defRPr>
                <a:latin typeface="Arial" panose="020B0604020202020204" pitchFamily="34" charset="0"/>
                <a:cs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sz="16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Vinod Sencha</a:t>
            </a:r>
          </a:p>
        </p:txBody>
      </p:sp>
      <p:sp>
        <p:nvSpPr>
          <p:cNvPr id="19" name="Slide Number Placeholder 9"/>
          <p:cNvSpPr>
            <a:spLocks noGrp="1" noChangeArrowheads="1"/>
          </p:cNvSpPr>
          <p:nvPr>
            <p:ph type="sldNum" sz="quarter" idx="4"/>
          </p:nvPr>
        </p:nvSpPr>
        <p:spPr bwMode="auto">
          <a:xfrm>
            <a:off x="12700" y="6677025"/>
            <a:ext cx="809625" cy="549275"/>
          </a:xfrm>
          <a:prstGeom prst="rect">
            <a:avLst/>
          </a:prstGeom>
          <a:ln>
            <a:miter lim="800000"/>
          </a:ln>
        </p:spPr>
        <p:txBody>
          <a:bodyPr vert="horz" wrap="square" lIns="102221" tIns="51110" rIns="102221" bIns="51110" numCol="1" anchor="b" anchorCtr="0" compatLnSpc="1">
            <a:spAutoFit/>
          </a:bodyPr>
          <a:lstStyle/>
          <a:p>
            <a:pPr lvl="0" eaLnBrk="1" hangingPunct="1">
              <a:buNone/>
            </a:pPr>
            <a:fld id="{9A0DB2DC-4C9A-4742-B13C-FB6460FD3503}" type="slidenum">
              <a:rPr lang="he-IL" altLang="en-US" sz="2900" b="1" dirty="0">
                <a:solidFill>
                  <a:schemeClr val="bg1"/>
                </a:solidFill>
                <a:latin typeface="Arial" panose="020B0604020202020204" pitchFamily="34" charset="0"/>
                <a:cs typeface="Arial" panose="020B0604020202020204" pitchFamily="34" charset="0"/>
              </a:rPr>
              <a:pPr lvl="0" eaLnBrk="1" hangingPunct="1">
                <a:buNone/>
              </a:pPr>
              <a:t>‹#›</a:t>
            </a:fld>
            <a:endParaRPr lang="he-IL" altLang="en-US" sz="2900" b="1" dirty="0">
              <a:solidFill>
                <a:schemeClr val="bg1"/>
              </a:solidFill>
              <a:latin typeface="Arial" panose="020B0604020202020204" pitchFamily="34" charset="0"/>
              <a:ea typeface="Arial" panose="020B0604020202020204" pitchFamily="34" charset="0"/>
              <a:cs typeface="Arial" panose="020B060402020202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he-IL"/>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Footer Placeholder 3"/>
          <p:cNvSpPr>
            <a:spLocks noGrp="1"/>
          </p:cNvSpPr>
          <p:nvPr>
            <p:ph type="ftr" sz="quarter" idx="10"/>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en-US" sz="16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Vinod Sencha</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95439" y="4627249"/>
            <a:ext cx="10711339" cy="1430179"/>
          </a:xfrm>
        </p:spPr>
        <p:txBody>
          <a:bodyPr anchor="t"/>
          <a:lstStyle>
            <a:lvl1pPr algn="r">
              <a:defRPr sz="4500" b="1" cap="all"/>
            </a:lvl1pPr>
          </a:lstStyle>
          <a:p>
            <a:r>
              <a:rPr lang="en-US"/>
              <a:t>Click to edit Master title style</a:t>
            </a:r>
            <a:endParaRPr lang="he-IL"/>
          </a:p>
        </p:txBody>
      </p:sp>
      <p:sp>
        <p:nvSpPr>
          <p:cNvPr id="3" name="Text Placeholder 2"/>
          <p:cNvSpPr>
            <a:spLocks noGrp="1"/>
          </p:cNvSpPr>
          <p:nvPr>
            <p:ph type="body" idx="1"/>
          </p:nvPr>
        </p:nvSpPr>
        <p:spPr>
          <a:xfrm>
            <a:off x="995439" y="3052051"/>
            <a:ext cx="10711339" cy="1575195"/>
          </a:xfrm>
        </p:spPr>
        <p:txBody>
          <a:bodyPr anchor="b"/>
          <a:lstStyle>
            <a:lvl1pPr marL="0" indent="0">
              <a:buNone/>
              <a:defRPr sz="2200"/>
            </a:lvl1pPr>
            <a:lvl2pPr marL="511175" indent="0">
              <a:buNone/>
              <a:defRPr sz="2000"/>
            </a:lvl2pPr>
            <a:lvl3pPr marL="1022350" indent="0">
              <a:buNone/>
              <a:defRPr sz="1800"/>
            </a:lvl3pPr>
            <a:lvl4pPr marL="1533525" indent="0">
              <a:buNone/>
              <a:defRPr sz="1600"/>
            </a:lvl4pPr>
            <a:lvl5pPr marL="2044700" indent="0">
              <a:buNone/>
              <a:defRPr sz="1600"/>
            </a:lvl5pPr>
            <a:lvl6pPr marL="2555240" indent="0">
              <a:buNone/>
              <a:defRPr sz="1600"/>
            </a:lvl6pPr>
            <a:lvl7pPr marL="3066415" indent="0">
              <a:buNone/>
              <a:defRPr sz="1600"/>
            </a:lvl7pPr>
            <a:lvl8pPr marL="3577590" indent="0">
              <a:buNone/>
              <a:defRPr sz="1600"/>
            </a:lvl8pPr>
            <a:lvl9pPr marL="4088765" indent="0">
              <a:buNone/>
              <a:defRPr sz="1600"/>
            </a:lvl9pPr>
          </a:lstStyle>
          <a:p>
            <a:pPr lvl="0"/>
            <a:r>
              <a:rPr lang="en-US"/>
              <a:t>Click to edit Master text styles</a:t>
            </a:r>
          </a:p>
        </p:txBody>
      </p:sp>
      <p:sp>
        <p:nvSpPr>
          <p:cNvPr id="4" name="Footer Placeholder 3"/>
          <p:cNvSpPr>
            <a:spLocks noGrp="1"/>
          </p:cNvSpPr>
          <p:nvPr>
            <p:ph type="ftr" sz="quarter" idx="10"/>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en-US" sz="16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Vinod Sencha</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he-IL"/>
          </a:p>
        </p:txBody>
      </p:sp>
      <p:sp>
        <p:nvSpPr>
          <p:cNvPr id="3" name="Content Placeholder 2"/>
          <p:cNvSpPr>
            <a:spLocks noGrp="1"/>
          </p:cNvSpPr>
          <p:nvPr>
            <p:ph sz="half" idx="1"/>
          </p:nvPr>
        </p:nvSpPr>
        <p:spPr>
          <a:xfrm>
            <a:off x="1050131" y="1680211"/>
            <a:ext cx="5618202" cy="5440679"/>
          </a:xfrm>
        </p:spPr>
        <p:txBody>
          <a:bodyPr/>
          <a:lstStyle>
            <a:lvl1pPr>
              <a:defRPr sz="3100"/>
            </a:lvl1pPr>
            <a:lvl2pPr>
              <a:defRPr sz="2700"/>
            </a:lvl2pPr>
            <a:lvl3pPr>
              <a:defRPr sz="22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Content Placeholder 3"/>
          <p:cNvSpPr>
            <a:spLocks noGrp="1"/>
          </p:cNvSpPr>
          <p:nvPr>
            <p:ph sz="half" idx="2"/>
          </p:nvPr>
        </p:nvSpPr>
        <p:spPr>
          <a:xfrm>
            <a:off x="6878360" y="1680211"/>
            <a:ext cx="5618202" cy="5440679"/>
          </a:xfrm>
        </p:spPr>
        <p:txBody>
          <a:bodyPr/>
          <a:lstStyle>
            <a:lvl1pPr>
              <a:defRPr sz="3100"/>
            </a:lvl1pPr>
            <a:lvl2pPr>
              <a:defRPr sz="2700"/>
            </a:lvl2pPr>
            <a:lvl3pPr>
              <a:defRPr sz="22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5" name="Footer Placeholder 4"/>
          <p:cNvSpPr>
            <a:spLocks noGrp="1"/>
          </p:cNvSpPr>
          <p:nvPr>
            <p:ph type="ftr" sz="quarter" idx="10"/>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en-US" sz="16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Vinod Sencha</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079" y="288372"/>
            <a:ext cx="11341419" cy="1200150"/>
          </a:xfrm>
        </p:spPr>
        <p:txBody>
          <a:bodyPr/>
          <a:lstStyle>
            <a:lvl1pPr>
              <a:defRPr/>
            </a:lvl1pPr>
          </a:lstStyle>
          <a:p>
            <a:r>
              <a:rPr lang="en-US"/>
              <a:t>Click to edit Master title style</a:t>
            </a:r>
            <a:endParaRPr lang="he-IL"/>
          </a:p>
        </p:txBody>
      </p:sp>
      <p:sp>
        <p:nvSpPr>
          <p:cNvPr id="3" name="Text Placeholder 2"/>
          <p:cNvSpPr>
            <a:spLocks noGrp="1"/>
          </p:cNvSpPr>
          <p:nvPr>
            <p:ph type="body" idx="1"/>
          </p:nvPr>
        </p:nvSpPr>
        <p:spPr>
          <a:xfrm>
            <a:off x="630080" y="1611870"/>
            <a:ext cx="5567884" cy="671751"/>
          </a:xfrm>
        </p:spPr>
        <p:txBody>
          <a:bodyPr anchor="b"/>
          <a:lstStyle>
            <a:lvl1pPr marL="0" indent="0">
              <a:buNone/>
              <a:defRPr sz="2700" b="1"/>
            </a:lvl1pPr>
            <a:lvl2pPr marL="511175" indent="0">
              <a:buNone/>
              <a:defRPr sz="2200" b="1"/>
            </a:lvl2pPr>
            <a:lvl3pPr marL="1022350" indent="0">
              <a:buNone/>
              <a:defRPr sz="2000" b="1"/>
            </a:lvl3pPr>
            <a:lvl4pPr marL="1533525" indent="0">
              <a:buNone/>
              <a:defRPr sz="1800" b="1"/>
            </a:lvl4pPr>
            <a:lvl5pPr marL="2044700" indent="0">
              <a:buNone/>
              <a:defRPr sz="1800" b="1"/>
            </a:lvl5pPr>
            <a:lvl6pPr marL="2555240" indent="0">
              <a:buNone/>
              <a:defRPr sz="1800" b="1"/>
            </a:lvl6pPr>
            <a:lvl7pPr marL="3066415" indent="0">
              <a:buNone/>
              <a:defRPr sz="1800" b="1"/>
            </a:lvl7pPr>
            <a:lvl8pPr marL="3577590" indent="0">
              <a:buNone/>
              <a:defRPr sz="1800" b="1"/>
            </a:lvl8pPr>
            <a:lvl9pPr marL="4088765" indent="0">
              <a:buNone/>
              <a:defRPr sz="1800" b="1"/>
            </a:lvl9pPr>
          </a:lstStyle>
          <a:p>
            <a:pPr lvl="0"/>
            <a:r>
              <a:rPr lang="en-US"/>
              <a:t>Click to edit Master text styles</a:t>
            </a:r>
          </a:p>
        </p:txBody>
      </p:sp>
      <p:sp>
        <p:nvSpPr>
          <p:cNvPr id="4" name="Content Placeholder 3"/>
          <p:cNvSpPr>
            <a:spLocks noGrp="1"/>
          </p:cNvSpPr>
          <p:nvPr>
            <p:ph sz="half" idx="2"/>
          </p:nvPr>
        </p:nvSpPr>
        <p:spPr>
          <a:xfrm>
            <a:off x="630080" y="2283620"/>
            <a:ext cx="5567884" cy="4148852"/>
          </a:xfrm>
        </p:spPr>
        <p:txBody>
          <a:bodyPr/>
          <a:lstStyle>
            <a:lvl1pPr>
              <a:defRPr sz="27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5" name="Text Placeholder 4"/>
          <p:cNvSpPr>
            <a:spLocks noGrp="1"/>
          </p:cNvSpPr>
          <p:nvPr>
            <p:ph type="body" sz="quarter" idx="3"/>
          </p:nvPr>
        </p:nvSpPr>
        <p:spPr>
          <a:xfrm>
            <a:off x="6401436" y="1611870"/>
            <a:ext cx="5570072" cy="671751"/>
          </a:xfrm>
        </p:spPr>
        <p:txBody>
          <a:bodyPr anchor="b"/>
          <a:lstStyle>
            <a:lvl1pPr marL="0" indent="0">
              <a:buNone/>
              <a:defRPr sz="2700" b="1"/>
            </a:lvl1pPr>
            <a:lvl2pPr marL="511175" indent="0">
              <a:buNone/>
              <a:defRPr sz="2200" b="1"/>
            </a:lvl2pPr>
            <a:lvl3pPr marL="1022350" indent="0">
              <a:buNone/>
              <a:defRPr sz="2000" b="1"/>
            </a:lvl3pPr>
            <a:lvl4pPr marL="1533525" indent="0">
              <a:buNone/>
              <a:defRPr sz="1800" b="1"/>
            </a:lvl4pPr>
            <a:lvl5pPr marL="2044700" indent="0">
              <a:buNone/>
              <a:defRPr sz="1800" b="1"/>
            </a:lvl5pPr>
            <a:lvl6pPr marL="2555240" indent="0">
              <a:buNone/>
              <a:defRPr sz="1800" b="1"/>
            </a:lvl6pPr>
            <a:lvl7pPr marL="3066415" indent="0">
              <a:buNone/>
              <a:defRPr sz="1800" b="1"/>
            </a:lvl7pPr>
            <a:lvl8pPr marL="3577590" indent="0">
              <a:buNone/>
              <a:defRPr sz="1800" b="1"/>
            </a:lvl8pPr>
            <a:lvl9pPr marL="4088765" indent="0">
              <a:buNone/>
              <a:defRPr sz="1800" b="1"/>
            </a:lvl9pPr>
          </a:lstStyle>
          <a:p>
            <a:pPr lvl="0"/>
            <a:r>
              <a:rPr lang="en-US"/>
              <a:t>Click to edit Master text styles</a:t>
            </a:r>
          </a:p>
        </p:txBody>
      </p:sp>
      <p:sp>
        <p:nvSpPr>
          <p:cNvPr id="6" name="Content Placeholder 5"/>
          <p:cNvSpPr>
            <a:spLocks noGrp="1"/>
          </p:cNvSpPr>
          <p:nvPr>
            <p:ph sz="quarter" idx="4"/>
          </p:nvPr>
        </p:nvSpPr>
        <p:spPr>
          <a:xfrm>
            <a:off x="6401436" y="2283620"/>
            <a:ext cx="5570072" cy="4148852"/>
          </a:xfrm>
        </p:spPr>
        <p:txBody>
          <a:bodyPr/>
          <a:lstStyle>
            <a:lvl1pPr>
              <a:defRPr sz="27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7" name="Footer Placeholder 6"/>
          <p:cNvSpPr>
            <a:spLocks noGrp="1"/>
          </p:cNvSpPr>
          <p:nvPr>
            <p:ph type="ftr" sz="quarter" idx="10"/>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en-US" sz="16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Vinod Sencha</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he-IL"/>
          </a:p>
        </p:txBody>
      </p:sp>
      <p:sp>
        <p:nvSpPr>
          <p:cNvPr id="3" name="Footer Placeholder 2"/>
          <p:cNvSpPr>
            <a:spLocks noGrp="1"/>
          </p:cNvSpPr>
          <p:nvPr>
            <p:ph type="ftr" sz="quarter" idx="10"/>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en-US" sz="16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Vinod Sencha</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en-US" sz="16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Vinod Sencha</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091" y="286702"/>
            <a:ext cx="4145832" cy="1220153"/>
          </a:xfrm>
        </p:spPr>
        <p:txBody>
          <a:bodyPr/>
          <a:lstStyle>
            <a:lvl1pPr algn="r">
              <a:defRPr sz="2200" b="1"/>
            </a:lvl1pPr>
          </a:lstStyle>
          <a:p>
            <a:r>
              <a:rPr lang="en-US"/>
              <a:t>Click to edit Master title style</a:t>
            </a:r>
            <a:endParaRPr lang="he-IL"/>
          </a:p>
        </p:txBody>
      </p:sp>
      <p:sp>
        <p:nvSpPr>
          <p:cNvPr id="3" name="Content Placeholder 2"/>
          <p:cNvSpPr>
            <a:spLocks noGrp="1"/>
          </p:cNvSpPr>
          <p:nvPr>
            <p:ph idx="1"/>
          </p:nvPr>
        </p:nvSpPr>
        <p:spPr>
          <a:xfrm>
            <a:off x="4926866" y="286706"/>
            <a:ext cx="7044630" cy="6145770"/>
          </a:xfrm>
        </p:spPr>
        <p:txBody>
          <a:bodyPr/>
          <a:lstStyle>
            <a:lvl1pPr>
              <a:defRPr sz="3600"/>
            </a:lvl1pPr>
            <a:lvl2pPr>
              <a:defRPr sz="3100"/>
            </a:lvl2pPr>
            <a:lvl3pPr>
              <a:defRPr sz="2700"/>
            </a:lvl3pPr>
            <a:lvl4pPr>
              <a:defRPr sz="2200"/>
            </a:lvl4pPr>
            <a:lvl5pPr>
              <a:defRPr sz="22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Text Placeholder 3"/>
          <p:cNvSpPr>
            <a:spLocks noGrp="1"/>
          </p:cNvSpPr>
          <p:nvPr>
            <p:ph type="body" sz="half" idx="2"/>
          </p:nvPr>
        </p:nvSpPr>
        <p:spPr>
          <a:xfrm>
            <a:off x="630091" y="1506859"/>
            <a:ext cx="4145832" cy="4925615"/>
          </a:xfrm>
        </p:spPr>
        <p:txBody>
          <a:bodyPr/>
          <a:lstStyle>
            <a:lvl1pPr marL="0" indent="0">
              <a:buNone/>
              <a:defRPr sz="1600"/>
            </a:lvl1pPr>
            <a:lvl2pPr marL="511175" indent="0">
              <a:buNone/>
              <a:defRPr sz="1300"/>
            </a:lvl2pPr>
            <a:lvl3pPr marL="1022350" indent="0">
              <a:buNone/>
              <a:defRPr sz="1100"/>
            </a:lvl3pPr>
            <a:lvl4pPr marL="1533525" indent="0">
              <a:buNone/>
              <a:defRPr sz="1000"/>
            </a:lvl4pPr>
            <a:lvl5pPr marL="2044700" indent="0">
              <a:buNone/>
              <a:defRPr sz="1000"/>
            </a:lvl5pPr>
            <a:lvl6pPr marL="2555240" indent="0">
              <a:buNone/>
              <a:defRPr sz="1000"/>
            </a:lvl6pPr>
            <a:lvl7pPr marL="3066415" indent="0">
              <a:buNone/>
              <a:defRPr sz="1000"/>
            </a:lvl7pPr>
            <a:lvl8pPr marL="3577590" indent="0">
              <a:buNone/>
              <a:defRPr sz="1000"/>
            </a:lvl8pPr>
            <a:lvl9pPr marL="4088765" indent="0">
              <a:buNone/>
              <a:defRPr sz="1000"/>
            </a:lvl9pPr>
          </a:lstStyle>
          <a:p>
            <a:pPr lvl="0"/>
            <a:r>
              <a:rPr lang="en-US"/>
              <a:t>Click to edit Master text styles</a:t>
            </a:r>
          </a:p>
        </p:txBody>
      </p:sp>
      <p:sp>
        <p:nvSpPr>
          <p:cNvPr id="5" name="Footer Placeholder 4"/>
          <p:cNvSpPr>
            <a:spLocks noGrp="1"/>
          </p:cNvSpPr>
          <p:nvPr>
            <p:ph type="ftr" sz="quarter" idx="10"/>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en-US" sz="16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Vinod Sencha</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469998" y="5040634"/>
            <a:ext cx="7560945" cy="595075"/>
          </a:xfrm>
        </p:spPr>
        <p:txBody>
          <a:bodyPr/>
          <a:lstStyle>
            <a:lvl1pPr algn="r">
              <a:defRPr sz="2200" b="1"/>
            </a:lvl1pPr>
          </a:lstStyle>
          <a:p>
            <a:r>
              <a:rPr lang="en-US"/>
              <a:t>Click to edit Master title style</a:t>
            </a:r>
            <a:endParaRPr lang="he-IL"/>
          </a:p>
        </p:txBody>
      </p:sp>
      <p:sp>
        <p:nvSpPr>
          <p:cNvPr id="3" name="Picture Placeholder 2"/>
          <p:cNvSpPr>
            <a:spLocks noGrp="1"/>
          </p:cNvSpPr>
          <p:nvPr>
            <p:ph type="pic" idx="1"/>
          </p:nvPr>
        </p:nvSpPr>
        <p:spPr>
          <a:xfrm>
            <a:off x="2469998" y="643419"/>
            <a:ext cx="7560945" cy="4320540"/>
          </a:xfrm>
        </p:spPr>
        <p:txBody>
          <a:bodyPr vert="horz" wrap="square" lIns="102221" tIns="51110" rIns="102221" bIns="51110" numCol="1" anchor="t" anchorCtr="0" compatLnSpc="1"/>
          <a:lstStyle>
            <a:lvl1pPr marL="0" indent="0">
              <a:buNone/>
              <a:defRPr sz="3600"/>
            </a:lvl1pPr>
            <a:lvl2pPr marL="511175" indent="0">
              <a:buNone/>
              <a:defRPr sz="3100"/>
            </a:lvl2pPr>
            <a:lvl3pPr marL="1022350" indent="0">
              <a:buNone/>
              <a:defRPr sz="2700"/>
            </a:lvl3pPr>
            <a:lvl4pPr marL="1533525" indent="0">
              <a:buNone/>
              <a:defRPr sz="2200"/>
            </a:lvl4pPr>
            <a:lvl5pPr marL="2044700" indent="0">
              <a:buNone/>
              <a:defRPr sz="2200"/>
            </a:lvl5pPr>
            <a:lvl6pPr marL="2555240" indent="0">
              <a:buNone/>
              <a:defRPr sz="2200"/>
            </a:lvl6pPr>
            <a:lvl7pPr marL="3066415" indent="0">
              <a:buNone/>
              <a:defRPr sz="2200"/>
            </a:lvl7pPr>
            <a:lvl8pPr marL="3577590" indent="0">
              <a:buNone/>
              <a:defRPr sz="2200"/>
            </a:lvl8pPr>
            <a:lvl9pPr marL="4088765" indent="0">
              <a:buNone/>
              <a:defRPr sz="22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he-IL" sz="3600" b="0" i="0" u="none" strike="noStrike" kern="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2469998" y="5635708"/>
            <a:ext cx="7560945" cy="845105"/>
          </a:xfrm>
        </p:spPr>
        <p:txBody>
          <a:bodyPr/>
          <a:lstStyle>
            <a:lvl1pPr marL="0" indent="0">
              <a:buNone/>
              <a:defRPr sz="1600"/>
            </a:lvl1pPr>
            <a:lvl2pPr marL="511175" indent="0">
              <a:buNone/>
              <a:defRPr sz="1300"/>
            </a:lvl2pPr>
            <a:lvl3pPr marL="1022350" indent="0">
              <a:buNone/>
              <a:defRPr sz="1100"/>
            </a:lvl3pPr>
            <a:lvl4pPr marL="1533525" indent="0">
              <a:buNone/>
              <a:defRPr sz="1000"/>
            </a:lvl4pPr>
            <a:lvl5pPr marL="2044700" indent="0">
              <a:buNone/>
              <a:defRPr sz="1000"/>
            </a:lvl5pPr>
            <a:lvl6pPr marL="2555240" indent="0">
              <a:buNone/>
              <a:defRPr sz="1000"/>
            </a:lvl6pPr>
            <a:lvl7pPr marL="3066415" indent="0">
              <a:buNone/>
              <a:defRPr sz="1000"/>
            </a:lvl7pPr>
            <a:lvl8pPr marL="3577590" indent="0">
              <a:buNone/>
              <a:defRPr sz="1000"/>
            </a:lvl8pPr>
            <a:lvl9pPr marL="4088765" indent="0">
              <a:buNone/>
              <a:defRPr sz="1000"/>
            </a:lvl9pPr>
          </a:lstStyle>
          <a:p>
            <a:pPr lvl="0"/>
            <a:r>
              <a:rPr lang="en-US"/>
              <a:t>Click to edit Master text styles</a:t>
            </a:r>
          </a:p>
        </p:txBody>
      </p:sp>
      <p:sp>
        <p:nvSpPr>
          <p:cNvPr id="5" name="Footer Placeholder 4"/>
          <p:cNvSpPr>
            <a:spLocks noGrp="1"/>
          </p:cNvSpPr>
          <p:nvPr>
            <p:ph type="ftr" sz="quarter" idx="10"/>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en-US" sz="16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Vinod Sencha</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he-IL"/>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Footer Placeholder 3"/>
          <p:cNvSpPr>
            <a:spLocks noGrp="1"/>
          </p:cNvSpPr>
          <p:nvPr>
            <p:ph type="ftr" sz="quarter" idx="10"/>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en-US" sz="16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Vinod Sencha</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13713" y="800102"/>
            <a:ext cx="2887862" cy="6320791"/>
          </a:xfrm>
        </p:spPr>
        <p:txBody>
          <a:bodyPr vert="eaVert"/>
          <a:lstStyle/>
          <a:p>
            <a:r>
              <a:rPr lang="en-US"/>
              <a:t>Click to edit Master title style</a:t>
            </a:r>
            <a:endParaRPr lang="he-IL"/>
          </a:p>
        </p:txBody>
      </p:sp>
      <p:sp>
        <p:nvSpPr>
          <p:cNvPr id="3" name="Vertical Text Placeholder 2"/>
          <p:cNvSpPr>
            <a:spLocks noGrp="1"/>
          </p:cNvSpPr>
          <p:nvPr>
            <p:ph type="body" orient="vert" idx="1"/>
          </p:nvPr>
        </p:nvSpPr>
        <p:spPr>
          <a:xfrm>
            <a:off x="1050132" y="800102"/>
            <a:ext cx="8453557" cy="632079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Footer Placeholder 3"/>
          <p:cNvSpPr>
            <a:spLocks noGrp="1"/>
          </p:cNvSpPr>
          <p:nvPr>
            <p:ph type="ftr" sz="quarter" idx="10"/>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en-US" sz="16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Vinod Sencha</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1179223" y="800102"/>
            <a:ext cx="11422364" cy="560070"/>
          </a:xfrm>
        </p:spPr>
        <p:txBody>
          <a:bodyPr/>
          <a:lstStyle/>
          <a:p>
            <a:r>
              <a:rPr lang="en-US"/>
              <a:t>Click to edit Master title style</a:t>
            </a:r>
            <a:endParaRPr lang="he-IL"/>
          </a:p>
        </p:txBody>
      </p:sp>
      <p:sp>
        <p:nvSpPr>
          <p:cNvPr id="3" name="Text Placeholder 2"/>
          <p:cNvSpPr>
            <a:spLocks noGrp="1"/>
          </p:cNvSpPr>
          <p:nvPr>
            <p:ph type="body" sz="half" idx="1"/>
          </p:nvPr>
        </p:nvSpPr>
        <p:spPr>
          <a:xfrm>
            <a:off x="1050131" y="1680211"/>
            <a:ext cx="5618202" cy="54406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Content Placeholder 3"/>
          <p:cNvSpPr>
            <a:spLocks noGrp="1"/>
          </p:cNvSpPr>
          <p:nvPr>
            <p:ph sz="quarter" idx="2"/>
          </p:nvPr>
        </p:nvSpPr>
        <p:spPr>
          <a:xfrm>
            <a:off x="6878360" y="1680215"/>
            <a:ext cx="5618202" cy="26403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5" name="Content Placeholder 4"/>
          <p:cNvSpPr>
            <a:spLocks noGrp="1"/>
          </p:cNvSpPr>
          <p:nvPr>
            <p:ph sz="quarter" idx="3"/>
          </p:nvPr>
        </p:nvSpPr>
        <p:spPr>
          <a:xfrm>
            <a:off x="6878360" y="4480564"/>
            <a:ext cx="5618202" cy="26403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6" name="Footer Placeholder 5"/>
          <p:cNvSpPr>
            <a:spLocks noGrp="1"/>
          </p:cNvSpPr>
          <p:nvPr>
            <p:ph type="ftr" sz="quarter" idx="10"/>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en-US" sz="16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Vinod Sencha</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179223" y="800102"/>
            <a:ext cx="11422364" cy="560070"/>
          </a:xfrm>
        </p:spPr>
        <p:txBody>
          <a:bodyPr/>
          <a:lstStyle/>
          <a:p>
            <a:r>
              <a:rPr lang="en-US"/>
              <a:t>Click to edit Master title style</a:t>
            </a:r>
            <a:endParaRPr lang="he-IL"/>
          </a:p>
        </p:txBody>
      </p:sp>
      <p:sp>
        <p:nvSpPr>
          <p:cNvPr id="3" name="Text Placeholder 2"/>
          <p:cNvSpPr>
            <a:spLocks noGrp="1"/>
          </p:cNvSpPr>
          <p:nvPr>
            <p:ph type="body" sz="half" idx="1"/>
          </p:nvPr>
        </p:nvSpPr>
        <p:spPr>
          <a:xfrm>
            <a:off x="1050131" y="1680211"/>
            <a:ext cx="5618202" cy="54406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Content Placeholder 3"/>
          <p:cNvSpPr>
            <a:spLocks noGrp="1"/>
          </p:cNvSpPr>
          <p:nvPr>
            <p:ph sz="half" idx="2"/>
          </p:nvPr>
        </p:nvSpPr>
        <p:spPr>
          <a:xfrm>
            <a:off x="6878360" y="1680211"/>
            <a:ext cx="5618202" cy="54406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5" name="Footer Placeholder 4"/>
          <p:cNvSpPr>
            <a:spLocks noGrp="1"/>
          </p:cNvSpPr>
          <p:nvPr>
            <p:ph type="ftr" sz="quarter" idx="10"/>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en-US" sz="16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Vinod Sencha</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050" name="Group 2"/>
          <p:cNvGrpSpPr/>
          <p:nvPr/>
        </p:nvGrpSpPr>
        <p:grpSpPr>
          <a:xfrm>
            <a:off x="0" y="0"/>
            <a:ext cx="4410075" cy="7200900"/>
            <a:chOff x="0" y="0"/>
            <a:chExt cx="2016" cy="4320"/>
          </a:xfrm>
        </p:grpSpPr>
        <p:sp>
          <p:nvSpPr>
            <p:cNvPr id="1035" name="Rectangle 3"/>
            <p:cNvSpPr>
              <a:spLocks noChangeArrowheads="1"/>
            </p:cNvSpPr>
            <p:nvPr/>
          </p:nvSpPr>
          <p:spPr bwMode="auto">
            <a:xfrm>
              <a:off x="0" y="0"/>
              <a:ext cx="480" cy="4320"/>
            </a:xfrm>
            <a:prstGeom prst="rect">
              <a:avLst/>
            </a:prstGeom>
            <a:solidFill>
              <a:srgbClr val="99CC99"/>
            </a:solidFill>
            <a:ln>
              <a:noFill/>
            </a:ln>
          </p:spPr>
          <p:txBody>
            <a:bodyPr wrap="none" anchor="ctr"/>
            <a:lstStyle/>
            <a:p>
              <a:pPr lvl="0" algn="r" rtl="1" eaLnBrk="1" hangingPunct="1">
                <a:buNone/>
              </a:pPr>
              <a:endParaRPr lang="he-IL" altLang="en-US" sz="2400" dirty="0">
                <a:latin typeface="Times New Roman" panose="02020603050405020304" pitchFamily="18" charset="0"/>
              </a:endParaRPr>
            </a:p>
          </p:txBody>
        </p:sp>
        <p:sp>
          <p:nvSpPr>
            <p:cNvPr id="1036" name="Rectangle 4"/>
            <p:cNvSpPr>
              <a:spLocks noChangeArrowheads="1"/>
            </p:cNvSpPr>
            <p:nvPr/>
          </p:nvSpPr>
          <p:spPr bwMode="auto">
            <a:xfrm>
              <a:off x="432" y="0"/>
              <a:ext cx="1584" cy="672"/>
            </a:xfrm>
            <a:prstGeom prst="rect">
              <a:avLst/>
            </a:prstGeom>
            <a:solidFill>
              <a:srgbClr val="99CC99"/>
            </a:solidFill>
            <a:ln>
              <a:noFill/>
            </a:ln>
          </p:spPr>
          <p:txBody>
            <a:bodyPr wrap="none" anchor="ctr"/>
            <a:lstStyle/>
            <a:p>
              <a:pPr lvl="0" algn="r" rtl="1" eaLnBrk="1" hangingPunct="1">
                <a:buNone/>
              </a:pPr>
              <a:endParaRPr lang="he-IL" altLang="en-US" sz="2400" dirty="0">
                <a:latin typeface="Times New Roman" panose="02020603050405020304" pitchFamily="18" charset="0"/>
              </a:endParaRPr>
            </a:p>
          </p:txBody>
        </p:sp>
      </p:grpSp>
      <p:sp>
        <p:nvSpPr>
          <p:cNvPr id="2051" name="Rectangle 5"/>
          <p:cNvSpPr>
            <a:spLocks noGrp="1"/>
          </p:cNvSpPr>
          <p:nvPr>
            <p:ph type="body" idx="1"/>
          </p:nvPr>
        </p:nvSpPr>
        <p:spPr>
          <a:xfrm>
            <a:off x="1050925" y="1679575"/>
            <a:ext cx="11445875" cy="5441950"/>
          </a:xfrm>
          <a:prstGeom prst="rect">
            <a:avLst/>
          </a:prstGeom>
          <a:noFill/>
          <a:ln w="9525">
            <a:noFill/>
          </a:ln>
        </p:spPr>
        <p:txBody>
          <a:bodyPr lIns="102221" tIns="51110" rIns="102221" bIns="51110"/>
          <a:lstStyle/>
          <a:p>
            <a:pPr lvl="0"/>
            <a:r>
              <a:rPr lang="en-US" altLang="he-IL" dirty="0"/>
              <a:t>Click to edit Master text styles</a:t>
            </a:r>
          </a:p>
          <a:p>
            <a:pPr lvl="1"/>
            <a:r>
              <a:rPr lang="en-US" altLang="he-IL" dirty="0"/>
              <a:t>Second level</a:t>
            </a:r>
          </a:p>
          <a:p>
            <a:pPr lvl="2"/>
            <a:r>
              <a:rPr lang="en-US" altLang="he-IL" dirty="0"/>
              <a:t>Third level</a:t>
            </a:r>
          </a:p>
          <a:p>
            <a:pPr lvl="3"/>
            <a:r>
              <a:rPr lang="en-US" altLang="he-IL" dirty="0"/>
              <a:t>Fourth level</a:t>
            </a:r>
          </a:p>
          <a:p>
            <a:pPr lvl="4"/>
            <a:r>
              <a:rPr lang="en-US" altLang="he-IL" dirty="0"/>
              <a:t>Fifth level</a:t>
            </a:r>
          </a:p>
        </p:txBody>
      </p:sp>
      <p:sp>
        <p:nvSpPr>
          <p:cNvPr id="109574" name="Rectangle 6"/>
          <p:cNvSpPr>
            <a:spLocks noGrp="1" noChangeArrowheads="1"/>
          </p:cNvSpPr>
          <p:nvPr>
            <p:ph type="ftr" sz="quarter" idx="3"/>
          </p:nvPr>
        </p:nvSpPr>
        <p:spPr bwMode="auto">
          <a:xfrm>
            <a:off x="4305300" y="6721475"/>
            <a:ext cx="3990975" cy="479425"/>
          </a:xfrm>
          <a:prstGeom prst="rect">
            <a:avLst/>
          </a:prstGeom>
          <a:noFill/>
          <a:ln w="9525">
            <a:noFill/>
            <a:miter lim="800000"/>
          </a:ln>
          <a:effectLst/>
        </p:spPr>
        <p:txBody>
          <a:bodyPr vert="horz" wrap="square" lIns="102221" tIns="51110" rIns="102221" bIns="51110" numCol="1" anchor="t" anchorCtr="0" compatLnSpc="1"/>
          <a:lstStyle>
            <a:lvl1pPr algn="ctr" rtl="0" eaLnBrk="0" hangingPunct="0">
              <a:defRPr sz="1600">
                <a:cs typeface="Times New Roman" panose="02020603050405020304" pitchFamily="18" charset="0"/>
              </a:defRPr>
            </a:lvl1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en-US" sz="16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Vinod Sencha</a:t>
            </a:r>
          </a:p>
        </p:txBody>
      </p:sp>
      <p:sp>
        <p:nvSpPr>
          <p:cNvPr id="1029" name="AutoShape 7"/>
          <p:cNvSpPr>
            <a:spLocks noChangeArrowheads="1"/>
          </p:cNvSpPr>
          <p:nvPr/>
        </p:nvSpPr>
        <p:spPr bwMode="auto">
          <a:xfrm>
            <a:off x="1050925" y="800100"/>
            <a:ext cx="4305300" cy="639763"/>
          </a:xfrm>
          <a:prstGeom prst="roundRect">
            <a:avLst>
              <a:gd name="adj" fmla="val 50000"/>
            </a:avLst>
          </a:prstGeom>
          <a:solidFill>
            <a:schemeClr val="bg1"/>
          </a:solidFill>
          <a:ln>
            <a:noFill/>
          </a:ln>
        </p:spPr>
        <p:txBody>
          <a:bodyPr wrap="none" lIns="102221" tIns="51110" rIns="102221" bIns="51110" anchor="ctr"/>
          <a:lstStyle/>
          <a:p>
            <a:pPr lvl="0" algn="ctr" eaLnBrk="1" hangingPunct="1">
              <a:buNone/>
            </a:pPr>
            <a:endParaRPr lang="he-IL" altLang="en-US" sz="3600" b="1" dirty="0">
              <a:solidFill>
                <a:srgbClr val="009999"/>
              </a:solidFill>
              <a:latin typeface="Times New Roman" panose="02020603050405020304" pitchFamily="18" charset="0"/>
            </a:endParaRPr>
          </a:p>
        </p:txBody>
      </p:sp>
      <p:sp>
        <p:nvSpPr>
          <p:cNvPr id="109576" name="Rectangle 8"/>
          <p:cNvSpPr>
            <a:spLocks noChangeArrowheads="1"/>
          </p:cNvSpPr>
          <p:nvPr/>
        </p:nvSpPr>
        <p:spPr bwMode="auto">
          <a:xfrm>
            <a:off x="115888" y="6661150"/>
            <a:ext cx="809625" cy="549275"/>
          </a:xfrm>
          <a:prstGeom prst="rect">
            <a:avLst/>
          </a:prstGeom>
          <a:noFill/>
          <a:ln w="9525">
            <a:noFill/>
            <a:miter lim="800000"/>
          </a:ln>
          <a:effectLst/>
        </p:spPr>
        <p:txBody>
          <a:bodyPr lIns="102221" tIns="51110" rIns="102221" bIns="51110" anchor="b" anchorCtr="1">
            <a:spAutoFit/>
          </a:bodyPr>
          <a:lstStyle/>
          <a:p>
            <a:pPr lvl="0" eaLnBrk="1" hangingPunct="1">
              <a:buNone/>
            </a:pPr>
            <a:fld id="{9A0DB2DC-4C9A-4742-B13C-FB6460FD3503}" type="slidenum">
              <a:rPr lang="he-IL" altLang="en-US" sz="2900" b="1" dirty="0">
                <a:solidFill>
                  <a:schemeClr val="bg1"/>
                </a:solidFill>
                <a:latin typeface="Arial" panose="020B0604020202020204" pitchFamily="34" charset="0"/>
                <a:cs typeface="Arial" panose="020B0604020202020204" pitchFamily="34" charset="0"/>
              </a:rPr>
              <a:pPr lvl="0" eaLnBrk="1" hangingPunct="1">
                <a:buNone/>
              </a:pPr>
              <a:t>‹#›</a:t>
            </a:fld>
            <a:endParaRPr lang="he-IL" altLang="en-US" sz="2900" b="1" dirty="0">
              <a:solidFill>
                <a:schemeClr val="bg1"/>
              </a:solidFill>
              <a:latin typeface="Arial" panose="020B0604020202020204" pitchFamily="34" charset="0"/>
              <a:cs typeface="Arial" panose="020B0604020202020204" pitchFamily="34" charset="0"/>
            </a:endParaRPr>
          </a:p>
        </p:txBody>
      </p:sp>
      <p:grpSp>
        <p:nvGrpSpPr>
          <p:cNvPr id="2055" name="Group 9"/>
          <p:cNvGrpSpPr/>
          <p:nvPr/>
        </p:nvGrpSpPr>
        <p:grpSpPr>
          <a:xfrm>
            <a:off x="314325" y="1360488"/>
            <a:ext cx="10186988" cy="334962"/>
            <a:chOff x="144" y="1248"/>
            <a:chExt cx="4656" cy="201"/>
          </a:xfrm>
        </p:grpSpPr>
        <p:sp>
          <p:nvSpPr>
            <p:cNvPr id="1033" name="AutoShape 10"/>
            <p:cNvSpPr>
              <a:spLocks noChangeArrowheads="1"/>
            </p:cNvSpPr>
            <p:nvPr/>
          </p:nvSpPr>
          <p:spPr bwMode="auto">
            <a:xfrm>
              <a:off x="384" y="1248"/>
              <a:ext cx="4416" cy="200"/>
            </a:xfrm>
            <a:prstGeom prst="roundRect">
              <a:avLst>
                <a:gd name="adj" fmla="val 0"/>
              </a:avLst>
            </a:prstGeom>
            <a:solidFill>
              <a:srgbClr val="003366"/>
            </a:solidFill>
            <a:ln>
              <a:noFill/>
            </a:ln>
          </p:spPr>
          <p:txBody>
            <a:bodyPr wrap="none" anchor="ctr"/>
            <a:lstStyle/>
            <a:p>
              <a:pPr lvl="0" algn="r" rtl="1" eaLnBrk="1" hangingPunct="1">
                <a:buNone/>
              </a:pPr>
              <a:endParaRPr lang="he-IL" altLang="en-US" sz="2400" dirty="0">
                <a:latin typeface="Times New Roman" panose="02020603050405020304" pitchFamily="18" charset="0"/>
              </a:endParaRPr>
            </a:p>
          </p:txBody>
        </p:sp>
        <p:sp>
          <p:nvSpPr>
            <p:cNvPr id="1034" name="AutoShape 11"/>
            <p:cNvSpPr>
              <a:spLocks noChangeArrowheads="1"/>
            </p:cNvSpPr>
            <p:nvPr/>
          </p:nvSpPr>
          <p:spPr bwMode="auto">
            <a:xfrm flipH="1">
              <a:off x="144" y="1248"/>
              <a:ext cx="248" cy="201"/>
            </a:xfrm>
            <a:prstGeom prst="flowChartDelay">
              <a:avLst/>
            </a:prstGeom>
            <a:solidFill>
              <a:srgbClr val="003366"/>
            </a:solidFill>
            <a:ln>
              <a:noFill/>
            </a:ln>
          </p:spPr>
          <p:txBody>
            <a:bodyPr wrap="none" anchor="ctr"/>
            <a:lstStyle/>
            <a:p>
              <a:pPr lvl="0" algn="r" rtl="1" eaLnBrk="1" hangingPunct="1">
                <a:buNone/>
              </a:pPr>
              <a:endParaRPr lang="he-IL" altLang="en-US" sz="2400" dirty="0">
                <a:latin typeface="Times New Roman" panose="02020603050405020304" pitchFamily="18" charset="0"/>
              </a:endParaRPr>
            </a:p>
          </p:txBody>
        </p:sp>
      </p:grpSp>
      <p:sp>
        <p:nvSpPr>
          <p:cNvPr id="2056" name="Rectangle 12"/>
          <p:cNvSpPr>
            <a:spLocks noGrp="1"/>
          </p:cNvSpPr>
          <p:nvPr>
            <p:ph type="title"/>
          </p:nvPr>
        </p:nvSpPr>
        <p:spPr>
          <a:xfrm>
            <a:off x="1179513" y="800100"/>
            <a:ext cx="11422062" cy="560388"/>
          </a:xfrm>
          <a:prstGeom prst="rect">
            <a:avLst/>
          </a:prstGeom>
          <a:noFill/>
          <a:ln w="9525">
            <a:noFill/>
          </a:ln>
        </p:spPr>
        <p:txBody>
          <a:bodyPr lIns="102221" tIns="51110" rIns="102221" bIns="51110" anchor="b" anchorCtr="0"/>
          <a:lstStyle/>
          <a:p>
            <a:pPr lvl="0"/>
            <a:r>
              <a:rPr lang="en-US" altLang="en-US" dirty="0"/>
              <a:t>Press here to Change Title</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ctr" rtl="1" eaLnBrk="0" fontAlgn="base" hangingPunct="0">
        <a:spcBef>
          <a:spcPct val="0"/>
        </a:spcBef>
        <a:spcAft>
          <a:spcPct val="0"/>
        </a:spcAft>
        <a:defRPr sz="4500">
          <a:solidFill>
            <a:srgbClr val="006666"/>
          </a:solidFill>
          <a:latin typeface="+mj-lt"/>
          <a:ea typeface="+mj-ea"/>
          <a:cs typeface="+mj-cs"/>
        </a:defRPr>
      </a:lvl1pPr>
      <a:lvl2pPr algn="ctr" rtl="1" eaLnBrk="0" fontAlgn="base" hangingPunct="0">
        <a:spcBef>
          <a:spcPct val="0"/>
        </a:spcBef>
        <a:spcAft>
          <a:spcPct val="0"/>
        </a:spcAft>
        <a:defRPr sz="4500">
          <a:solidFill>
            <a:srgbClr val="006666"/>
          </a:solidFill>
          <a:latin typeface="Times New Roman" panose="02020603050405020304" pitchFamily="18" charset="0"/>
        </a:defRPr>
      </a:lvl2pPr>
      <a:lvl3pPr algn="ctr" rtl="1" eaLnBrk="0" fontAlgn="base" hangingPunct="0">
        <a:spcBef>
          <a:spcPct val="0"/>
        </a:spcBef>
        <a:spcAft>
          <a:spcPct val="0"/>
        </a:spcAft>
        <a:defRPr sz="4500">
          <a:solidFill>
            <a:srgbClr val="006666"/>
          </a:solidFill>
          <a:latin typeface="Times New Roman" panose="02020603050405020304" pitchFamily="18" charset="0"/>
        </a:defRPr>
      </a:lvl3pPr>
      <a:lvl4pPr algn="ctr" rtl="1" eaLnBrk="0" fontAlgn="base" hangingPunct="0">
        <a:spcBef>
          <a:spcPct val="0"/>
        </a:spcBef>
        <a:spcAft>
          <a:spcPct val="0"/>
        </a:spcAft>
        <a:defRPr sz="4500">
          <a:solidFill>
            <a:srgbClr val="006666"/>
          </a:solidFill>
          <a:latin typeface="Times New Roman" panose="02020603050405020304" pitchFamily="18" charset="0"/>
        </a:defRPr>
      </a:lvl4pPr>
      <a:lvl5pPr algn="ctr" rtl="1" eaLnBrk="0" fontAlgn="base" hangingPunct="0">
        <a:spcBef>
          <a:spcPct val="0"/>
        </a:spcBef>
        <a:spcAft>
          <a:spcPct val="0"/>
        </a:spcAft>
        <a:defRPr sz="4500">
          <a:solidFill>
            <a:srgbClr val="006666"/>
          </a:solidFill>
          <a:latin typeface="Times New Roman" panose="02020603050405020304" pitchFamily="18" charset="0"/>
        </a:defRPr>
      </a:lvl5pPr>
      <a:lvl6pPr marL="511175" algn="ctr" rtl="1" fontAlgn="base">
        <a:spcBef>
          <a:spcPct val="0"/>
        </a:spcBef>
        <a:spcAft>
          <a:spcPct val="0"/>
        </a:spcAft>
        <a:defRPr sz="4500">
          <a:solidFill>
            <a:srgbClr val="006666"/>
          </a:solidFill>
          <a:latin typeface="Times New Roman" panose="02020603050405020304" pitchFamily="18" charset="0"/>
        </a:defRPr>
      </a:lvl6pPr>
      <a:lvl7pPr marL="1022350" algn="ctr" rtl="1" fontAlgn="base">
        <a:spcBef>
          <a:spcPct val="0"/>
        </a:spcBef>
        <a:spcAft>
          <a:spcPct val="0"/>
        </a:spcAft>
        <a:defRPr sz="4500">
          <a:solidFill>
            <a:srgbClr val="006666"/>
          </a:solidFill>
          <a:latin typeface="Times New Roman" panose="02020603050405020304" pitchFamily="18" charset="0"/>
        </a:defRPr>
      </a:lvl7pPr>
      <a:lvl8pPr marL="1533525" algn="ctr" rtl="1" fontAlgn="base">
        <a:spcBef>
          <a:spcPct val="0"/>
        </a:spcBef>
        <a:spcAft>
          <a:spcPct val="0"/>
        </a:spcAft>
        <a:defRPr sz="4500">
          <a:solidFill>
            <a:srgbClr val="006666"/>
          </a:solidFill>
          <a:latin typeface="Times New Roman" panose="02020603050405020304" pitchFamily="18" charset="0"/>
        </a:defRPr>
      </a:lvl8pPr>
      <a:lvl9pPr marL="2044700" algn="ctr" rtl="1" fontAlgn="base">
        <a:spcBef>
          <a:spcPct val="0"/>
        </a:spcBef>
        <a:spcAft>
          <a:spcPct val="0"/>
        </a:spcAft>
        <a:defRPr sz="4500">
          <a:solidFill>
            <a:srgbClr val="006666"/>
          </a:solidFill>
          <a:latin typeface="Times New Roman" panose="02020603050405020304" pitchFamily="18" charset="0"/>
        </a:defRPr>
      </a:lvl9pPr>
    </p:titleStyle>
    <p:bodyStyle>
      <a:lvl1pPr marL="382905" indent="-382905" algn="l" rtl="0" eaLnBrk="0" fontAlgn="base" hangingPunct="0">
        <a:spcBef>
          <a:spcPct val="20000"/>
        </a:spcBef>
        <a:spcAft>
          <a:spcPct val="0"/>
        </a:spcAft>
        <a:buChar char="•"/>
        <a:defRPr sz="3600">
          <a:solidFill>
            <a:schemeClr val="tx1"/>
          </a:solidFill>
          <a:latin typeface="+mn-lt"/>
          <a:ea typeface="+mn-ea"/>
          <a:cs typeface="+mn-cs"/>
        </a:defRPr>
      </a:lvl1pPr>
      <a:lvl2pPr marL="830580" indent="-319405" algn="l" rtl="0" eaLnBrk="0" fontAlgn="base" hangingPunct="0">
        <a:spcBef>
          <a:spcPct val="20000"/>
        </a:spcBef>
        <a:spcAft>
          <a:spcPct val="0"/>
        </a:spcAft>
        <a:buChar char="–"/>
        <a:defRPr sz="3100">
          <a:solidFill>
            <a:schemeClr val="tx1"/>
          </a:solidFill>
          <a:latin typeface="+mn-lt"/>
        </a:defRPr>
      </a:lvl2pPr>
      <a:lvl3pPr marL="1276350" indent="-254000" algn="l" rtl="0" eaLnBrk="0" fontAlgn="base" hangingPunct="0">
        <a:spcBef>
          <a:spcPct val="20000"/>
        </a:spcBef>
        <a:spcAft>
          <a:spcPct val="0"/>
        </a:spcAft>
        <a:buChar char="•"/>
        <a:defRPr sz="2700">
          <a:solidFill>
            <a:schemeClr val="tx1"/>
          </a:solidFill>
          <a:latin typeface="+mn-lt"/>
        </a:defRPr>
      </a:lvl3pPr>
      <a:lvl4pPr marL="1787525" indent="-254000" algn="l" rtl="0" eaLnBrk="0" fontAlgn="base" hangingPunct="0">
        <a:spcBef>
          <a:spcPct val="20000"/>
        </a:spcBef>
        <a:spcAft>
          <a:spcPct val="0"/>
        </a:spcAft>
        <a:buChar char="–"/>
        <a:defRPr sz="2200">
          <a:solidFill>
            <a:schemeClr val="tx1"/>
          </a:solidFill>
          <a:latin typeface="+mn-lt"/>
        </a:defRPr>
      </a:lvl4pPr>
      <a:lvl5pPr marL="2298700" indent="-254000" algn="l" rtl="0" eaLnBrk="0" fontAlgn="base" hangingPunct="0">
        <a:spcBef>
          <a:spcPct val="20000"/>
        </a:spcBef>
        <a:spcAft>
          <a:spcPct val="0"/>
        </a:spcAft>
        <a:buChar char="»"/>
        <a:defRPr sz="2200">
          <a:solidFill>
            <a:schemeClr val="tx1"/>
          </a:solidFill>
          <a:latin typeface="+mn-lt"/>
        </a:defRPr>
      </a:lvl5pPr>
      <a:lvl6pPr marL="2811145" indent="-255270" algn="l" rtl="0" fontAlgn="base">
        <a:spcBef>
          <a:spcPct val="20000"/>
        </a:spcBef>
        <a:spcAft>
          <a:spcPct val="0"/>
        </a:spcAft>
        <a:buChar char="»"/>
        <a:defRPr sz="2200">
          <a:solidFill>
            <a:schemeClr val="tx1"/>
          </a:solidFill>
          <a:latin typeface="+mn-lt"/>
        </a:defRPr>
      </a:lvl6pPr>
      <a:lvl7pPr marL="3322320" indent="-255270" algn="l" rtl="0" fontAlgn="base">
        <a:spcBef>
          <a:spcPct val="20000"/>
        </a:spcBef>
        <a:spcAft>
          <a:spcPct val="0"/>
        </a:spcAft>
        <a:buChar char="»"/>
        <a:defRPr sz="2200">
          <a:solidFill>
            <a:schemeClr val="tx1"/>
          </a:solidFill>
          <a:latin typeface="+mn-lt"/>
        </a:defRPr>
      </a:lvl7pPr>
      <a:lvl8pPr marL="3833495" indent="-255270" algn="l" rtl="0" fontAlgn="base">
        <a:spcBef>
          <a:spcPct val="20000"/>
        </a:spcBef>
        <a:spcAft>
          <a:spcPct val="0"/>
        </a:spcAft>
        <a:buChar char="»"/>
        <a:defRPr sz="2200">
          <a:solidFill>
            <a:schemeClr val="tx1"/>
          </a:solidFill>
          <a:latin typeface="+mn-lt"/>
        </a:defRPr>
      </a:lvl8pPr>
      <a:lvl9pPr marL="4344670" indent="-255270" algn="l" rtl="0" fontAlgn="base">
        <a:spcBef>
          <a:spcPct val="20000"/>
        </a:spcBef>
        <a:spcAft>
          <a:spcPct val="0"/>
        </a:spcAft>
        <a:buChar char="»"/>
        <a:defRPr sz="2200">
          <a:solidFill>
            <a:schemeClr val="tx1"/>
          </a:solidFill>
          <a:latin typeface="+mn-lt"/>
        </a:defRPr>
      </a:lvl9pPr>
    </p:bodyStyle>
    <p:otherStyle>
      <a:defPPr>
        <a:defRPr lang="he-IL"/>
      </a:defPPr>
      <a:lvl1pPr marL="0" algn="r" defTabSz="1022350" rtl="1" eaLnBrk="1" latinLnBrk="0" hangingPunct="1">
        <a:defRPr sz="2000" kern="1200">
          <a:solidFill>
            <a:schemeClr val="tx1"/>
          </a:solidFill>
          <a:latin typeface="+mn-lt"/>
          <a:ea typeface="+mn-ea"/>
          <a:cs typeface="+mn-cs"/>
        </a:defRPr>
      </a:lvl1pPr>
      <a:lvl2pPr marL="511175" algn="r" defTabSz="1022350" rtl="1" eaLnBrk="1" latinLnBrk="0" hangingPunct="1">
        <a:defRPr sz="2000" kern="1200">
          <a:solidFill>
            <a:schemeClr val="tx1"/>
          </a:solidFill>
          <a:latin typeface="+mn-lt"/>
          <a:ea typeface="+mn-ea"/>
          <a:cs typeface="+mn-cs"/>
        </a:defRPr>
      </a:lvl2pPr>
      <a:lvl3pPr marL="1022350" algn="r" defTabSz="1022350" rtl="1" eaLnBrk="1" latinLnBrk="0" hangingPunct="1">
        <a:defRPr sz="2000" kern="1200">
          <a:solidFill>
            <a:schemeClr val="tx1"/>
          </a:solidFill>
          <a:latin typeface="+mn-lt"/>
          <a:ea typeface="+mn-ea"/>
          <a:cs typeface="+mn-cs"/>
        </a:defRPr>
      </a:lvl3pPr>
      <a:lvl4pPr marL="1533525" algn="r" defTabSz="1022350" rtl="1" eaLnBrk="1" latinLnBrk="0" hangingPunct="1">
        <a:defRPr sz="2000" kern="1200">
          <a:solidFill>
            <a:schemeClr val="tx1"/>
          </a:solidFill>
          <a:latin typeface="+mn-lt"/>
          <a:ea typeface="+mn-ea"/>
          <a:cs typeface="+mn-cs"/>
        </a:defRPr>
      </a:lvl4pPr>
      <a:lvl5pPr marL="2044700" algn="r" defTabSz="1022350" rtl="1" eaLnBrk="1" latinLnBrk="0" hangingPunct="1">
        <a:defRPr sz="2000" kern="1200">
          <a:solidFill>
            <a:schemeClr val="tx1"/>
          </a:solidFill>
          <a:latin typeface="+mn-lt"/>
          <a:ea typeface="+mn-ea"/>
          <a:cs typeface="+mn-cs"/>
        </a:defRPr>
      </a:lvl5pPr>
      <a:lvl6pPr marL="2555240" algn="r" defTabSz="1022350" rtl="1" eaLnBrk="1" latinLnBrk="0" hangingPunct="1">
        <a:defRPr sz="2000" kern="1200">
          <a:solidFill>
            <a:schemeClr val="tx1"/>
          </a:solidFill>
          <a:latin typeface="+mn-lt"/>
          <a:ea typeface="+mn-ea"/>
          <a:cs typeface="+mn-cs"/>
        </a:defRPr>
      </a:lvl6pPr>
      <a:lvl7pPr marL="3066415" algn="r" defTabSz="1022350" rtl="1" eaLnBrk="1" latinLnBrk="0" hangingPunct="1">
        <a:defRPr sz="2000" kern="1200">
          <a:solidFill>
            <a:schemeClr val="tx1"/>
          </a:solidFill>
          <a:latin typeface="+mn-lt"/>
          <a:ea typeface="+mn-ea"/>
          <a:cs typeface="+mn-cs"/>
        </a:defRPr>
      </a:lvl7pPr>
      <a:lvl8pPr marL="3577590" algn="r" defTabSz="1022350" rtl="1" eaLnBrk="1" latinLnBrk="0" hangingPunct="1">
        <a:defRPr sz="2000" kern="1200">
          <a:solidFill>
            <a:schemeClr val="tx1"/>
          </a:solidFill>
          <a:latin typeface="+mn-lt"/>
          <a:ea typeface="+mn-ea"/>
          <a:cs typeface="+mn-cs"/>
        </a:defRPr>
      </a:lvl8pPr>
      <a:lvl9pPr marL="4088765" algn="r" defTabSz="1022350" rtl="1" eaLnBrk="1" latinLnBrk="0"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5.xml.rels><?xml version="1.0" encoding="UTF-8" standalone="yes"?>
<Relationships xmlns="http://schemas.openxmlformats.org/package/2006/relationships"><Relationship Id="rId2" Type="http://schemas.openxmlformats.org/officeDocument/2006/relationships/hyperlink" Target="https://www.geeksforgeeks.org/i-o-scheduling-in-operating-systems/"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www.geeksforgeeks.org/primary-memory/"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www.geeksforgeeks.org/difference-between-nfs-and-cifs/" TargetMode="External"/><Relationship Id="rId2" Type="http://schemas.openxmlformats.org/officeDocument/2006/relationships/hyperlink" Target="https://www.geeksforgeeks.org/cpu-scheduling-in-operating-systems/"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8" Type="http://schemas.openxmlformats.org/officeDocument/2006/relationships/hyperlink" Target="http://en.wikipedia.org/wiki/Mainframe_computer" TargetMode="External"/><Relationship Id="rId13" Type="http://schemas.openxmlformats.org/officeDocument/2006/relationships/hyperlink" Target="http://en.wikipedia.org/wiki/Router_(computing)" TargetMode="External"/><Relationship Id="rId3" Type="http://schemas.openxmlformats.org/officeDocument/2006/relationships/hyperlink" Target="http://en.wikipedia.org/wiki/Operating_system_kernel" TargetMode="External"/><Relationship Id="rId7" Type="http://schemas.openxmlformats.org/officeDocument/2006/relationships/hyperlink" Target="http://en.wikipedia.org/wiki/Big_iron" TargetMode="External"/><Relationship Id="rId12" Type="http://schemas.openxmlformats.org/officeDocument/2006/relationships/hyperlink" Target="http://en.wikipedia.org/wiki/Tablet_computer" TargetMode="External"/><Relationship Id="rId2" Type="http://schemas.openxmlformats.org/officeDocument/2006/relationships/hyperlink" Target="http://en.wikipedia.org/wiki/Linux_kernel" TargetMode="External"/><Relationship Id="rId1" Type="http://schemas.openxmlformats.org/officeDocument/2006/relationships/slideLayout" Target="../slideLayouts/slideLayout2.xml"/><Relationship Id="rId6" Type="http://schemas.openxmlformats.org/officeDocument/2006/relationships/hyperlink" Target="http://en.wikipedia.org/wiki/Server_(computing)" TargetMode="External"/><Relationship Id="rId11" Type="http://schemas.openxmlformats.org/officeDocument/2006/relationships/hyperlink" Target="http://en.wikipedia.org/wiki/Embedded_system" TargetMode="External"/><Relationship Id="rId5" Type="http://schemas.openxmlformats.org/officeDocument/2006/relationships/hyperlink" Target="http://en.wikipedia.org/wiki/Intel_x86" TargetMode="External"/><Relationship Id="rId10" Type="http://schemas.openxmlformats.org/officeDocument/2006/relationships/hyperlink" Target="http://en.wikipedia.org/wiki/TOP500" TargetMode="External"/><Relationship Id="rId4" Type="http://schemas.openxmlformats.org/officeDocument/2006/relationships/hyperlink" Target="http://en.wikipedia.org/wiki/Linus_Torvalds" TargetMode="External"/><Relationship Id="rId9" Type="http://schemas.openxmlformats.org/officeDocument/2006/relationships/hyperlink" Target="http://en.wikipedia.org/wiki/Supercomputer" TargetMode="External"/><Relationship Id="rId14" Type="http://schemas.openxmlformats.org/officeDocument/2006/relationships/hyperlink" Target="http://en.wikipedia.org/wiki/Video_game_console" TargetMode="Externa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3022600" y="1176338"/>
            <a:ext cx="6300788" cy="2447925"/>
          </a:xfrm>
          <a:prstGeom prst="rect">
            <a:avLst/>
          </a:prstGeom>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655"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655"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4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4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defRPr/>
            </a:pPr>
            <a:r>
              <a:rPr kumimoji="0" lang="en-US" sz="4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OPERATING SYSTEM</a:t>
            </a:r>
            <a:endParaRPr kumimoji="0" lang="en-IN" sz="4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Box 3"/>
          <p:cNvSpPr txBox="1"/>
          <p:nvPr/>
        </p:nvSpPr>
        <p:spPr>
          <a:xfrm>
            <a:off x="2319338" y="2187575"/>
            <a:ext cx="8604250" cy="3724275"/>
          </a:xfrm>
          <a:prstGeom prst="rect">
            <a:avLst/>
          </a:prstGeom>
          <a:noFill/>
          <a:ln w="9525">
            <a:noFill/>
          </a:ln>
        </p:spPr>
        <p:txBody>
          <a:bodyPr>
            <a:spAutoFit/>
          </a:bodyPr>
          <a:lstStyle/>
          <a:p>
            <a:r>
              <a:rPr lang="en-IN" altLang="x-none" sz="4800" dirty="0">
                <a:latin typeface="Times New Roman" panose="02020603050405020304" pitchFamily="18" charset="0"/>
                <a:cs typeface="Times New Roman" panose="02020603050405020304" pitchFamily="18" charset="0"/>
              </a:rPr>
              <a:t>UNIT – I</a:t>
            </a:r>
          </a:p>
          <a:p>
            <a:r>
              <a:rPr lang="en-IN" altLang="x-none" sz="4800" dirty="0">
                <a:latin typeface="Times New Roman" panose="02020603050405020304" pitchFamily="18" charset="0"/>
                <a:cs typeface="Times New Roman" panose="02020603050405020304" pitchFamily="18" charset="0"/>
              </a:rPr>
              <a:t> </a:t>
            </a:r>
            <a:r>
              <a:rPr lang="en-IN" altLang="x-none" sz="2800" dirty="0">
                <a:latin typeface="Times New Roman" panose="02020603050405020304" pitchFamily="18" charset="0"/>
                <a:cs typeface="Times New Roman" panose="02020603050405020304" pitchFamily="18" charset="0"/>
              </a:rPr>
              <a:t>Operating System-Introduction, Structures-Simple Batch, Multi-programmed, Time-shared, Personal Computer, Parallel, Distributed Systems, Real-Time Systems , System components, Operating System services.</a:t>
            </a:r>
          </a:p>
          <a:p>
            <a:r>
              <a:rPr lang="en-IN" altLang="x-none" sz="2800" dirty="0">
                <a:latin typeface="Times New Roman" panose="02020603050405020304" pitchFamily="18" charset="0"/>
                <a:cs typeface="Times New Roman" panose="02020603050405020304" pitchFamily="18" charset="0"/>
              </a:rPr>
              <a:t>Introduction to Linux operating system, linux file system, Linux Utilities</a:t>
            </a:r>
            <a:endParaRPr lang="en-IN" altLang="x-none" sz="2800"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p:cNvSpPr>
          <p:nvPr>
            <p:ph type="ctrTitle" sz="quarter"/>
          </p:nvPr>
        </p:nvSpPr>
        <p:spPr>
          <a:xfrm>
            <a:off x="944563" y="1200150"/>
            <a:ext cx="11342687" cy="1760538"/>
          </a:xfrm>
          <a:ln/>
        </p:spPr>
        <p:txBody>
          <a:bodyPr vert="horz" wrap="square" lIns="102221" tIns="51110" rIns="102221" bIns="51110" anchor="ctr" anchorCtr="0"/>
          <a:lstStyle/>
          <a:p>
            <a:pPr eaLnBrk="1" hangingPunct="1">
              <a:buClrTx/>
              <a:buSzTx/>
              <a:buFontTx/>
            </a:pPr>
            <a:r>
              <a:rPr lang="en-US" altLang="he-IL" sz="5400" dirty="0">
                <a:latin typeface="+mj-lt"/>
                <a:ea typeface="+mj-ea"/>
                <a:cs typeface="+mj-cs"/>
              </a:rPr>
              <a:t>Introduction to Operating System (OS)</a:t>
            </a:r>
            <a:endParaRPr lang="en-US" altLang="en-US" sz="4900" dirty="0">
              <a:latin typeface="+mj-lt"/>
              <a:ea typeface="+mj-ea"/>
              <a:cs typeface="+mj-cs"/>
            </a:endParaRPr>
          </a:p>
        </p:txBody>
      </p:sp>
      <p:sp>
        <p:nvSpPr>
          <p:cNvPr id="6147" name="Rectangle 3"/>
          <p:cNvSpPr>
            <a:spLocks noGrp="1"/>
          </p:cNvSpPr>
          <p:nvPr>
            <p:ph type="subTitle" idx="1"/>
          </p:nvPr>
        </p:nvSpPr>
        <p:spPr>
          <a:xfrm>
            <a:off x="7126288" y="5437188"/>
            <a:ext cx="5475287" cy="1304925"/>
          </a:xfrm>
          <a:ln/>
        </p:spPr>
        <p:txBody>
          <a:bodyPr vert="horz" wrap="square" lIns="102221" tIns="51110" rIns="102221" bIns="51110" anchor="b" anchorCtr="0"/>
          <a:lstStyle/>
          <a:p>
            <a:pPr>
              <a:buClrTx/>
              <a:buSzTx/>
            </a:pPr>
            <a:endParaRPr lang="en-US" altLang="en-US" sz="1600" dirty="0">
              <a:latin typeface="+mn-lt"/>
              <a:ea typeface="+mn-ea"/>
              <a:cs typeface="+mn-cs"/>
            </a:endParaRPr>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p:cNvSpPr>
          <p:nvPr>
            <p:ph type="title"/>
          </p:nvPr>
        </p:nvSpPr>
        <p:spPr>
          <a:xfrm>
            <a:off x="1030288" y="877888"/>
            <a:ext cx="11571287" cy="481012"/>
          </a:xfrm>
          <a:ln/>
        </p:spPr>
        <p:txBody>
          <a:bodyPr vert="horz" wrap="square" lIns="102221" tIns="51110" rIns="102221" bIns="51110" anchor="b" anchorCtr="0"/>
          <a:lstStyle/>
          <a:p>
            <a:pPr eaLnBrk="1" hangingPunct="1"/>
            <a:r>
              <a:rPr lang="en-US" altLang="en-US" sz="4000" dirty="0"/>
              <a:t>What is an Operating System?</a:t>
            </a:r>
          </a:p>
        </p:txBody>
      </p:sp>
      <p:sp>
        <p:nvSpPr>
          <p:cNvPr id="6147" name="Rectangle 3"/>
          <p:cNvSpPr>
            <a:spLocks noGrp="1" noChangeArrowheads="1"/>
          </p:cNvSpPr>
          <p:nvPr>
            <p:ph idx="1"/>
          </p:nvPr>
        </p:nvSpPr>
        <p:spPr>
          <a:xfrm>
            <a:off x="1071563" y="1728788"/>
            <a:ext cx="11356975" cy="5340350"/>
          </a:xfrm>
        </p:spPr>
        <p:txBody>
          <a:bodyPr vert="horz" wrap="square" lIns="102221" tIns="51110" rIns="102221" bIns="51110" numCol="1" anchor="t" anchorCtr="0" compatLnSpc="1"/>
          <a:lstStyle/>
          <a:p>
            <a:pPr marL="382905" marR="0" lvl="0" indent="-382905" algn="just" defTabSz="914400" rtl="0" eaLnBrk="1" fontAlgn="base" latinLnBrk="0" hangingPunct="1">
              <a:lnSpc>
                <a:spcPct val="100000"/>
              </a:lnSpc>
              <a:spcBef>
                <a:spcPct val="20000"/>
              </a:spcBef>
              <a:spcAft>
                <a:spcPct val="0"/>
              </a:spcAft>
              <a:buClrTx/>
              <a:buSzTx/>
              <a:buFontTx/>
              <a:buChar char="•"/>
              <a:defRPr/>
            </a:pPr>
            <a:r>
              <a:rPr kumimoji="0" lang="en-US" altLang="en-US" sz="2800" b="0" i="0" u="none" strike="noStrike" kern="0" cap="none" spc="0" normalizeH="0" baseline="0" noProof="0" dirty="0">
                <a:ln>
                  <a:noFill/>
                </a:ln>
                <a:solidFill>
                  <a:schemeClr val="tx1"/>
                </a:solidFill>
                <a:effectLst/>
                <a:uLnTx/>
                <a:uFillTx/>
                <a:latin typeface="+mn-lt"/>
                <a:ea typeface="+mn-ea"/>
                <a:cs typeface="+mn-cs"/>
              </a:rPr>
              <a:t>Computer System = Hardware + Software</a:t>
            </a:r>
          </a:p>
          <a:p>
            <a:pPr marL="382905" marR="0" lvl="0" indent="-382905" algn="just" defTabSz="914400" rtl="0" eaLnBrk="1" fontAlgn="base" latinLnBrk="0" hangingPunct="1">
              <a:lnSpc>
                <a:spcPct val="100000"/>
              </a:lnSpc>
              <a:spcBef>
                <a:spcPct val="20000"/>
              </a:spcBef>
              <a:spcAft>
                <a:spcPct val="0"/>
              </a:spcAft>
              <a:buClrTx/>
              <a:buSzTx/>
              <a:buFontTx/>
              <a:buChar char="•"/>
              <a:defRPr/>
            </a:pPr>
            <a:r>
              <a:rPr kumimoji="0" lang="en-US" altLang="en-US" sz="2800" b="0" i="0" u="none" strike="noStrike" kern="0" cap="none" spc="0" normalizeH="0" baseline="0" noProof="0" dirty="0">
                <a:ln>
                  <a:noFill/>
                </a:ln>
                <a:solidFill>
                  <a:schemeClr val="tx1"/>
                </a:solidFill>
                <a:effectLst/>
                <a:uLnTx/>
                <a:uFillTx/>
                <a:latin typeface="+mn-lt"/>
                <a:ea typeface="+mn-ea"/>
                <a:cs typeface="+mn-cs"/>
              </a:rPr>
              <a:t>Software = Application Software + System Software(OS)</a:t>
            </a:r>
          </a:p>
          <a:p>
            <a:pPr marL="382905" marR="0" lvl="0" indent="-382905" algn="just" defTabSz="914400" rtl="0" eaLnBrk="1" fontAlgn="base" latinLnBrk="0" hangingPunct="1">
              <a:lnSpc>
                <a:spcPct val="100000"/>
              </a:lnSpc>
              <a:spcBef>
                <a:spcPct val="20000"/>
              </a:spcBef>
              <a:spcAft>
                <a:spcPct val="0"/>
              </a:spcAft>
              <a:buClrTx/>
              <a:buSzTx/>
              <a:buFontTx/>
              <a:buChar char="•"/>
              <a:defRPr/>
            </a:pPr>
            <a:r>
              <a:rPr kumimoji="0" lang="en-US" altLang="en-US" sz="2800" b="0" i="0" u="none" strike="noStrike" kern="0" cap="none" spc="0" normalizeH="0" baseline="0" noProof="0" dirty="0">
                <a:ln>
                  <a:noFill/>
                </a:ln>
                <a:solidFill>
                  <a:schemeClr val="tx1"/>
                </a:solidFill>
                <a:effectLst/>
                <a:uLnTx/>
                <a:uFillTx/>
                <a:latin typeface="+mn-lt"/>
                <a:ea typeface="+mn-ea"/>
                <a:cs typeface="+mn-cs"/>
              </a:rPr>
              <a:t>An Operating System is a system Software that acts as an intermediary/interface between a </a:t>
            </a:r>
            <a:r>
              <a:rPr kumimoji="0" lang="en-US" altLang="en-US" sz="2800" b="0" i="0" u="none" strike="noStrike" kern="0" cap="none" spc="0" normalizeH="0" baseline="0" noProof="0" dirty="0">
                <a:ln>
                  <a:noFill/>
                </a:ln>
                <a:solidFill>
                  <a:srgbClr val="00B0F0"/>
                </a:solidFill>
                <a:effectLst/>
                <a:uLnTx/>
                <a:uFillTx/>
                <a:latin typeface="+mn-lt"/>
                <a:ea typeface="+mn-ea"/>
                <a:cs typeface="+mn-cs"/>
              </a:rPr>
              <a:t>user</a:t>
            </a:r>
            <a:r>
              <a:rPr kumimoji="0" lang="en-US" altLang="en-US" sz="2800" b="0" i="0" u="none" strike="noStrike" kern="0" cap="none" spc="0" normalizeH="0" baseline="0" noProof="0" dirty="0">
                <a:ln>
                  <a:noFill/>
                </a:ln>
                <a:solidFill>
                  <a:schemeClr val="tx1"/>
                </a:solidFill>
                <a:effectLst/>
                <a:uLnTx/>
                <a:uFillTx/>
                <a:latin typeface="+mn-lt"/>
                <a:ea typeface="+mn-ea"/>
                <a:cs typeface="+mn-cs"/>
              </a:rPr>
              <a:t> of a computer and the </a:t>
            </a:r>
            <a:r>
              <a:rPr kumimoji="0" lang="en-US" altLang="en-US" sz="2800" b="0" i="0" u="none" strike="noStrike" kern="0" cap="none" spc="0" normalizeH="0" baseline="0" noProof="0" dirty="0">
                <a:ln>
                  <a:noFill/>
                </a:ln>
                <a:solidFill>
                  <a:srgbClr val="00B0F0"/>
                </a:solidFill>
                <a:effectLst/>
                <a:uLnTx/>
                <a:uFillTx/>
                <a:latin typeface="+mn-lt"/>
                <a:ea typeface="+mn-ea"/>
                <a:cs typeface="+mn-cs"/>
              </a:rPr>
              <a:t>computer hardware</a:t>
            </a:r>
            <a:r>
              <a:rPr kumimoji="0" lang="en-US" altLang="en-US" sz="2800" b="0" i="0" u="none" strike="noStrike" kern="0" cap="none" spc="0" normalizeH="0" baseline="0" noProof="0" dirty="0">
                <a:ln>
                  <a:noFill/>
                </a:ln>
                <a:solidFill>
                  <a:schemeClr val="tx1"/>
                </a:solidFill>
                <a:effectLst/>
                <a:uLnTx/>
                <a:uFillTx/>
                <a:latin typeface="+mn-lt"/>
                <a:ea typeface="+mn-ea"/>
                <a:cs typeface="+mn-cs"/>
              </a:rPr>
              <a:t>.</a:t>
            </a:r>
          </a:p>
          <a:p>
            <a:pPr marL="382905" marR="0" lvl="0" indent="-382905" algn="just" defTabSz="914400" rtl="0" eaLnBrk="1" fontAlgn="base" latinLnBrk="0" hangingPunct="1">
              <a:lnSpc>
                <a:spcPct val="100000"/>
              </a:lnSpc>
              <a:spcBef>
                <a:spcPct val="20000"/>
              </a:spcBef>
              <a:spcAft>
                <a:spcPct val="0"/>
              </a:spcAft>
              <a:buClrTx/>
              <a:buSzTx/>
              <a:buFontTx/>
              <a:buChar char="•"/>
              <a:defRPr/>
            </a:pPr>
            <a:r>
              <a:rPr kumimoji="0" lang="en-IN" sz="2800" b="0" i="0" u="none" strike="noStrike" kern="0" cap="none" spc="0" normalizeH="0" baseline="0" noProof="0" dirty="0">
                <a:ln>
                  <a:noFill/>
                </a:ln>
                <a:solidFill>
                  <a:schemeClr val="tx1"/>
                </a:solidFill>
                <a:effectLst/>
                <a:uLnTx/>
                <a:uFillTx/>
                <a:latin typeface="+mn-lt"/>
                <a:ea typeface="+mn-ea"/>
                <a:cs typeface="+mn-cs"/>
              </a:rPr>
              <a:t>Operating system goals:</a:t>
            </a:r>
          </a:p>
          <a:p>
            <a:pPr marL="1025525" marR="0" lvl="1" indent="-514350" algn="just" defTabSz="914400" rtl="0" eaLnBrk="1" fontAlgn="base" latinLnBrk="0" hangingPunct="1">
              <a:lnSpc>
                <a:spcPct val="100000"/>
              </a:lnSpc>
              <a:spcBef>
                <a:spcPct val="20000"/>
              </a:spcBef>
              <a:spcAft>
                <a:spcPct val="0"/>
              </a:spcAft>
              <a:buClrTx/>
              <a:buSzTx/>
              <a:buFont typeface="Wingdings" panose="05000000000000000000" pitchFamily="2" charset="2"/>
              <a:buChar char="Ø"/>
              <a:defRPr/>
            </a:pPr>
            <a:r>
              <a:rPr kumimoji="0" lang="en-IN" sz="2800" b="0" i="0" u="none" strike="noStrike" kern="0" cap="none" spc="0" normalizeH="0" baseline="0" noProof="0" dirty="0">
                <a:ln>
                  <a:noFill/>
                </a:ln>
                <a:solidFill>
                  <a:schemeClr val="tx1"/>
                </a:solidFill>
                <a:effectLst/>
                <a:uLnTx/>
                <a:uFillTx/>
                <a:latin typeface="+mn-lt"/>
                <a:ea typeface="+mn-ea"/>
                <a:cs typeface="+mn-cs"/>
              </a:rPr>
              <a:t>Execute user programs and make solving user problems easier</a:t>
            </a:r>
          </a:p>
          <a:p>
            <a:pPr marL="1025525" marR="0" lvl="1" indent="-514350" algn="just" defTabSz="914400" rtl="0" eaLnBrk="1" fontAlgn="base" latinLnBrk="0" hangingPunct="1">
              <a:lnSpc>
                <a:spcPct val="100000"/>
              </a:lnSpc>
              <a:spcBef>
                <a:spcPct val="20000"/>
              </a:spcBef>
              <a:spcAft>
                <a:spcPct val="0"/>
              </a:spcAft>
              <a:buClrTx/>
              <a:buSzTx/>
              <a:buFont typeface="Wingdings" panose="05000000000000000000" pitchFamily="2" charset="2"/>
              <a:buChar char="Ø"/>
              <a:defRPr/>
            </a:pPr>
            <a:r>
              <a:rPr kumimoji="0" lang="en-IN" sz="2800" b="0" i="0" u="none" strike="noStrike" kern="0" cap="none" spc="0" normalizeH="0" baseline="0" noProof="0" dirty="0">
                <a:ln>
                  <a:noFill/>
                </a:ln>
                <a:solidFill>
                  <a:schemeClr val="tx1"/>
                </a:solidFill>
                <a:effectLst/>
                <a:uLnTx/>
                <a:uFillTx/>
                <a:latin typeface="+mn-lt"/>
                <a:ea typeface="+mn-ea"/>
                <a:cs typeface="+mn-cs"/>
              </a:rPr>
              <a:t>Make the computer system convenient to use</a:t>
            </a:r>
          </a:p>
          <a:p>
            <a:pPr marL="1025525" marR="0" lvl="1" indent="-514350" algn="just" defTabSz="914400" rtl="0" eaLnBrk="1" fontAlgn="base" latinLnBrk="0" hangingPunct="1">
              <a:lnSpc>
                <a:spcPct val="100000"/>
              </a:lnSpc>
              <a:spcBef>
                <a:spcPct val="20000"/>
              </a:spcBef>
              <a:spcAft>
                <a:spcPct val="0"/>
              </a:spcAft>
              <a:buClrTx/>
              <a:buSzTx/>
              <a:buFont typeface="Wingdings" panose="05000000000000000000" pitchFamily="2" charset="2"/>
              <a:buChar char="Ø"/>
              <a:defRPr/>
            </a:pPr>
            <a:r>
              <a:rPr kumimoji="0" lang="en-IN" sz="2800" b="0" i="0" u="none" strike="noStrike" kern="0" cap="none" spc="0" normalizeH="0" baseline="0" noProof="0" dirty="0">
                <a:ln>
                  <a:noFill/>
                </a:ln>
                <a:solidFill>
                  <a:schemeClr val="tx1"/>
                </a:solidFill>
                <a:effectLst/>
                <a:uLnTx/>
                <a:uFillTx/>
                <a:latin typeface="+mn-lt"/>
                <a:ea typeface="+mn-ea"/>
                <a:cs typeface="+mn-cs"/>
              </a:rPr>
              <a:t>Use the computer hardware in an efficient manner</a:t>
            </a:r>
            <a:endParaRPr kumimoji="0" lang="en-US" altLang="en-US" sz="2800" b="0" i="0" u="none" strike="noStrike" kern="0" cap="none" spc="0" normalizeH="0" baseline="0" noProof="0" dirty="0">
              <a:ln>
                <a:noFill/>
              </a:ln>
              <a:solidFill>
                <a:schemeClr val="tx1"/>
              </a:solidFill>
              <a:effectLst/>
              <a:uLnTx/>
              <a:uFillTx/>
              <a:latin typeface="+mn-lt"/>
            </a:endParaRPr>
          </a:p>
          <a:p>
            <a:pPr marL="382905" marR="0" lvl="0" indent="-382905" algn="l" defTabSz="914400" rtl="0" eaLnBrk="1" fontAlgn="base" latinLnBrk="0" hangingPunct="1">
              <a:lnSpc>
                <a:spcPct val="100000"/>
              </a:lnSpc>
              <a:spcBef>
                <a:spcPct val="20000"/>
              </a:spcBef>
              <a:spcAft>
                <a:spcPct val="0"/>
              </a:spcAft>
              <a:buClrTx/>
              <a:buSzTx/>
              <a:buFontTx/>
              <a:buNone/>
              <a:defRPr/>
            </a:pPr>
            <a:endParaRPr kumimoji="0" lang="en-US" altLang="en-US" sz="3600" b="0" i="0" u="none" strike="noStrike" kern="0" cap="none" spc="0" normalizeH="0" baseline="0" noProof="0" dirty="0">
              <a:ln>
                <a:noFill/>
              </a:ln>
              <a:solidFill>
                <a:schemeClr val="tx1"/>
              </a:solidFill>
              <a:effectLst/>
              <a:uLnTx/>
              <a:uFillTx/>
              <a:latin typeface="+mn-lt"/>
              <a:ea typeface="+mn-ea"/>
              <a:cs typeface="+mn-cs"/>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anim calcmode="lin" valueType="num">
                                      <p:cBhvr additive="base">
                                        <p:cTn id="7" dur="500" fill="hold"/>
                                        <p:tgtEl>
                                          <p:spTgt spid="614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14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147">
                                            <p:txEl>
                                              <p:pRg st="1" end="1"/>
                                            </p:txEl>
                                          </p:spTgt>
                                        </p:tgtEl>
                                        <p:attrNameLst>
                                          <p:attrName>style.visibility</p:attrName>
                                        </p:attrNameLst>
                                      </p:cBhvr>
                                      <p:to>
                                        <p:strVal val="visible"/>
                                      </p:to>
                                    </p:set>
                                    <p:anim calcmode="lin" valueType="num">
                                      <p:cBhvr additive="base">
                                        <p:cTn id="13" dur="500" fill="hold"/>
                                        <p:tgtEl>
                                          <p:spTgt spid="614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14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147">
                                            <p:txEl>
                                              <p:pRg st="2" end="2"/>
                                            </p:txEl>
                                          </p:spTgt>
                                        </p:tgtEl>
                                        <p:attrNameLst>
                                          <p:attrName>style.visibility</p:attrName>
                                        </p:attrNameLst>
                                      </p:cBhvr>
                                      <p:to>
                                        <p:strVal val="visible"/>
                                      </p:to>
                                    </p:set>
                                    <p:anim calcmode="lin" valueType="num">
                                      <p:cBhvr additive="base">
                                        <p:cTn id="19" dur="500" fill="hold"/>
                                        <p:tgtEl>
                                          <p:spTgt spid="614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14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147">
                                            <p:txEl>
                                              <p:pRg st="3" end="3"/>
                                            </p:txEl>
                                          </p:spTgt>
                                        </p:tgtEl>
                                        <p:attrNameLst>
                                          <p:attrName>style.visibility</p:attrName>
                                        </p:attrNameLst>
                                      </p:cBhvr>
                                      <p:to>
                                        <p:strVal val="visible"/>
                                      </p:to>
                                    </p:set>
                                    <p:anim calcmode="lin" valueType="num">
                                      <p:cBhvr additive="base">
                                        <p:cTn id="25" dur="500" fill="hold"/>
                                        <p:tgtEl>
                                          <p:spTgt spid="614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147">
                                            <p:txEl>
                                              <p:pRg st="3" end="3"/>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6147">
                                            <p:txEl>
                                              <p:pRg st="4" end="4"/>
                                            </p:txEl>
                                          </p:spTgt>
                                        </p:tgtEl>
                                        <p:attrNameLst>
                                          <p:attrName>style.visibility</p:attrName>
                                        </p:attrNameLst>
                                      </p:cBhvr>
                                      <p:to>
                                        <p:strVal val="visible"/>
                                      </p:to>
                                    </p:set>
                                    <p:anim calcmode="lin" valueType="num">
                                      <p:cBhvr additive="base">
                                        <p:cTn id="29" dur="500" fill="hold"/>
                                        <p:tgtEl>
                                          <p:spTgt spid="6147">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6147">
                                            <p:txEl>
                                              <p:pRg st="4" end="4"/>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6147">
                                            <p:txEl>
                                              <p:pRg st="5" end="5"/>
                                            </p:txEl>
                                          </p:spTgt>
                                        </p:tgtEl>
                                        <p:attrNameLst>
                                          <p:attrName>style.visibility</p:attrName>
                                        </p:attrNameLst>
                                      </p:cBhvr>
                                      <p:to>
                                        <p:strVal val="visible"/>
                                      </p:to>
                                    </p:set>
                                    <p:anim calcmode="lin" valueType="num">
                                      <p:cBhvr additive="base">
                                        <p:cTn id="33" dur="500" fill="hold"/>
                                        <p:tgtEl>
                                          <p:spTgt spid="6147">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6147">
                                            <p:txEl>
                                              <p:pRg st="5" end="5"/>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6147">
                                            <p:txEl>
                                              <p:pRg st="6" end="6"/>
                                            </p:txEl>
                                          </p:spTgt>
                                        </p:tgtEl>
                                        <p:attrNameLst>
                                          <p:attrName>style.visibility</p:attrName>
                                        </p:attrNameLst>
                                      </p:cBhvr>
                                      <p:to>
                                        <p:strVal val="visible"/>
                                      </p:to>
                                    </p:set>
                                    <p:anim calcmode="lin" valueType="num">
                                      <p:cBhvr additive="base">
                                        <p:cTn id="37" dur="500" fill="hold"/>
                                        <p:tgtEl>
                                          <p:spTgt spid="6147">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6147">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sz="2800" b="1" dirty="0"/>
              <a:t>Characteristics of Operating Systems</a:t>
            </a:r>
          </a:p>
          <a:p>
            <a:r>
              <a:rPr lang="en-US" sz="2800" dirty="0"/>
              <a:t>Let us now discuss some of the important characteristic features of operating systems:</a:t>
            </a:r>
          </a:p>
          <a:p>
            <a:r>
              <a:rPr lang="en-US" sz="2800" b="1" dirty="0"/>
              <a:t>Device Management: </a:t>
            </a:r>
            <a:r>
              <a:rPr lang="en-US" sz="2800" dirty="0"/>
              <a:t>The operating system keeps track of all the devices. So, it is also called the </a:t>
            </a:r>
            <a:r>
              <a:rPr lang="en-US" sz="2800" u="sng" dirty="0" err="1">
                <a:hlinkClick r:id="rId2"/>
              </a:rPr>
              <a:t>Input/Output</a:t>
            </a:r>
            <a:r>
              <a:rPr lang="en-US" sz="2800" u="sng" dirty="0">
                <a:hlinkClick r:id="rId2"/>
              </a:rPr>
              <a:t> controller </a:t>
            </a:r>
            <a:r>
              <a:rPr lang="en-US" sz="2800" dirty="0"/>
              <a:t>that decides which process gets the device, when, and for how much time.</a:t>
            </a:r>
          </a:p>
          <a:p>
            <a:r>
              <a:rPr lang="en-US" sz="2800" b="1" dirty="0"/>
              <a:t>File Management: </a:t>
            </a:r>
            <a:r>
              <a:rPr lang="en-US" sz="2800" dirty="0"/>
              <a:t>It allocates and de-allocates the resources and also decides who gets the resource.</a:t>
            </a:r>
          </a:p>
          <a:p>
            <a:r>
              <a:rPr lang="en-US" sz="2800" b="1" dirty="0"/>
              <a:t>Job Accounting: </a:t>
            </a:r>
            <a:r>
              <a:rPr lang="en-US" sz="2800" dirty="0"/>
              <a:t>It keeps track of time and resources used by various jobs or users.</a:t>
            </a:r>
          </a:p>
          <a:p>
            <a:endParaRPr lang="en-US" dirty="0"/>
          </a:p>
        </p:txBody>
      </p:sp>
    </p:spTree>
    <p:extLst>
      <p:ext uri="{BB962C8B-B14F-4D97-AF65-F5344CB8AC3E}">
        <p14:creationId xmlns:p14="http://schemas.microsoft.com/office/powerpoint/2010/main" val="30317319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sz="2800" b="1" dirty="0"/>
              <a:t>Memory Management: </a:t>
            </a:r>
            <a:r>
              <a:rPr lang="en-US" sz="2800" dirty="0"/>
              <a:t>It keeps track of the </a:t>
            </a:r>
            <a:r>
              <a:rPr lang="en-US" sz="2800" u="sng" dirty="0">
                <a:hlinkClick r:id="rId2"/>
              </a:rPr>
              <a:t>primary memory</a:t>
            </a:r>
            <a:r>
              <a:rPr lang="en-US" sz="2800" dirty="0"/>
              <a:t>, like what part of it is in use by whom, or what part is not in use, etc. and It also allocates the memory when a process or program requests it.</a:t>
            </a:r>
          </a:p>
          <a:p>
            <a:r>
              <a:rPr lang="en-US" sz="2800" b="1" dirty="0"/>
              <a:t>Processor Management:</a:t>
            </a:r>
            <a:r>
              <a:rPr lang="en-US" sz="2800" dirty="0"/>
              <a:t> It allocates the processor to a process and then de-allocates the processor when it is no longer required or the job is done.</a:t>
            </a:r>
          </a:p>
          <a:p>
            <a:r>
              <a:rPr lang="en-US" sz="2800" b="1" dirty="0"/>
              <a:t>Control on System Performance:</a:t>
            </a:r>
            <a:r>
              <a:rPr lang="en-US" sz="2800" dirty="0"/>
              <a:t> It records the delays between the request for a service and the system.</a:t>
            </a:r>
          </a:p>
          <a:p>
            <a:r>
              <a:rPr lang="en-US" sz="2800" b="1" dirty="0"/>
              <a:t>Security: </a:t>
            </a:r>
            <a:r>
              <a:rPr lang="en-US" sz="2800" dirty="0"/>
              <a:t>It prevents unauthorized access to programs and data using passwords or some kind of protection technique.</a:t>
            </a:r>
          </a:p>
          <a:p>
            <a:r>
              <a:rPr lang="en-US" sz="2800" b="1" dirty="0"/>
              <a:t>Convenience:</a:t>
            </a:r>
            <a:r>
              <a:rPr lang="en-US" sz="2800" dirty="0"/>
              <a:t> An OS makes a computer more convenient to use.</a:t>
            </a:r>
          </a:p>
          <a:p>
            <a:r>
              <a:rPr lang="en-US" sz="2800" b="1" dirty="0"/>
              <a:t>Efficiency:</a:t>
            </a:r>
            <a:r>
              <a:rPr lang="en-US" sz="2800" dirty="0"/>
              <a:t> An OS allows the computer system resources to be used efficiently.</a:t>
            </a:r>
          </a:p>
          <a:p>
            <a:endParaRPr lang="en-US" sz="2800" dirty="0"/>
          </a:p>
        </p:txBody>
      </p:sp>
    </p:spTree>
    <p:extLst>
      <p:ext uri="{BB962C8B-B14F-4D97-AF65-F5344CB8AC3E}">
        <p14:creationId xmlns:p14="http://schemas.microsoft.com/office/powerpoint/2010/main" val="17466761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sz="2400" b="1" dirty="0"/>
              <a:t>Functionalities of Operating System</a:t>
            </a:r>
          </a:p>
          <a:p>
            <a:r>
              <a:rPr lang="en-US" sz="2400" b="1" dirty="0"/>
              <a:t>Resource Management: </a:t>
            </a:r>
            <a:r>
              <a:rPr lang="en-US" sz="2400" dirty="0"/>
              <a:t>When parallel accessing happens in the OS means when multiple users are accessing the system the OS works as Resource Manager, Its responsibility is to provide hardware to the user. It decreases the load in the system</a:t>
            </a:r>
            <a:r>
              <a:rPr lang="en-US" sz="2400" dirty="0" smtClean="0"/>
              <a:t>.</a:t>
            </a:r>
          </a:p>
          <a:p>
            <a:pPr marL="0" indent="0">
              <a:buNone/>
            </a:pPr>
            <a:endParaRPr lang="en-US" sz="2400" dirty="0"/>
          </a:p>
          <a:p>
            <a:r>
              <a:rPr lang="en-US" sz="2400" b="1" dirty="0"/>
              <a:t>Process Management: </a:t>
            </a:r>
            <a:r>
              <a:rPr lang="en-US" sz="2400" dirty="0"/>
              <a:t>It includes various tasks like </a:t>
            </a:r>
            <a:r>
              <a:rPr lang="en-US" sz="2400" b="1" dirty="0"/>
              <a:t>scheduling and termination </a:t>
            </a:r>
            <a:r>
              <a:rPr lang="en-US" sz="2400" dirty="0"/>
              <a:t>of the process. It is done with the help of </a:t>
            </a:r>
            <a:r>
              <a:rPr lang="en-US" sz="2400" u="sng" dirty="0">
                <a:hlinkClick r:id="rId2"/>
              </a:rPr>
              <a:t>CPU Scheduling algorithms</a:t>
            </a:r>
            <a:r>
              <a:rPr lang="en-US" sz="2400" dirty="0" smtClean="0"/>
              <a:t>.</a:t>
            </a:r>
          </a:p>
          <a:p>
            <a:pPr marL="0" indent="0">
              <a:buNone/>
            </a:pPr>
            <a:endParaRPr lang="en-US" sz="2400" dirty="0"/>
          </a:p>
          <a:p>
            <a:r>
              <a:rPr lang="en-US" sz="2400" b="1" dirty="0"/>
              <a:t>Storage Management: </a:t>
            </a:r>
            <a:r>
              <a:rPr lang="en-US" sz="2400" dirty="0"/>
              <a:t>The </a:t>
            </a:r>
            <a:r>
              <a:rPr lang="en-US" sz="2400" b="1" dirty="0"/>
              <a:t>file system</a:t>
            </a:r>
            <a:r>
              <a:rPr lang="en-US" sz="2400" dirty="0"/>
              <a:t> mechanism used for the management of the storage. </a:t>
            </a:r>
            <a:r>
              <a:rPr lang="en-US" sz="2400" b="1" u="sng" dirty="0">
                <a:hlinkClick r:id="rId3"/>
              </a:rPr>
              <a:t>NIFS</a:t>
            </a:r>
            <a:r>
              <a:rPr lang="en-US" sz="2400" u="sng" dirty="0">
                <a:hlinkClick r:id="rId3"/>
              </a:rPr>
              <a:t>, </a:t>
            </a:r>
            <a:r>
              <a:rPr lang="en-US" sz="2400" b="1" u="sng" dirty="0">
                <a:hlinkClick r:id="rId3"/>
              </a:rPr>
              <a:t>CIFS</a:t>
            </a:r>
            <a:r>
              <a:rPr lang="en-US" sz="2400" dirty="0"/>
              <a:t>, </a:t>
            </a:r>
            <a:r>
              <a:rPr lang="en-US" sz="2400" b="1" dirty="0"/>
              <a:t>CFS</a:t>
            </a:r>
            <a:r>
              <a:rPr lang="en-US" sz="2400" dirty="0"/>
              <a:t>, </a:t>
            </a:r>
            <a:r>
              <a:rPr lang="en-US" sz="2400" b="1" dirty="0"/>
              <a:t>NFS</a:t>
            </a:r>
            <a:r>
              <a:rPr lang="en-US" sz="2400" dirty="0"/>
              <a:t>, etc. are some file systems. All the data is stored in various tracks of Hard disks that are all managed by the storage manager. It included </a:t>
            </a:r>
            <a:r>
              <a:rPr lang="en-US" sz="2400" b="1" dirty="0"/>
              <a:t>Hard Disk</a:t>
            </a:r>
            <a:r>
              <a:rPr lang="en-US" dirty="0"/>
              <a:t>.</a:t>
            </a:r>
          </a:p>
          <a:p>
            <a:endParaRPr lang="en-US" dirty="0"/>
          </a:p>
        </p:txBody>
      </p:sp>
    </p:spTree>
    <p:extLst>
      <p:ext uri="{BB962C8B-B14F-4D97-AF65-F5344CB8AC3E}">
        <p14:creationId xmlns:p14="http://schemas.microsoft.com/office/powerpoint/2010/main" val="3406433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sz="2800" b="1" dirty="0"/>
              <a:t>Memory Management: </a:t>
            </a:r>
            <a:r>
              <a:rPr lang="en-US" sz="2800" dirty="0"/>
              <a:t>Refers to the management of primary memory. The operating system has to keep track of how much memory has been used and by whom. </a:t>
            </a:r>
            <a:endParaRPr lang="en-US" sz="2800" dirty="0" smtClean="0"/>
          </a:p>
          <a:p>
            <a:r>
              <a:rPr lang="en-US" sz="2800" dirty="0" smtClean="0"/>
              <a:t>It </a:t>
            </a:r>
            <a:r>
              <a:rPr lang="en-US" sz="2800" dirty="0"/>
              <a:t>has to decide which process needs memory space and how much. OS also has to allocate and </a:t>
            </a:r>
            <a:r>
              <a:rPr lang="en-US" sz="2800" dirty="0" err="1"/>
              <a:t>deallocate</a:t>
            </a:r>
            <a:r>
              <a:rPr lang="en-US" sz="2800" dirty="0"/>
              <a:t> the memory space.</a:t>
            </a:r>
          </a:p>
          <a:p>
            <a:r>
              <a:rPr lang="en-US" sz="2800" b="1" dirty="0"/>
              <a:t>Security/Privacy Management: </a:t>
            </a:r>
            <a:r>
              <a:rPr lang="en-US" sz="2800" dirty="0"/>
              <a:t>Privacy is also provided by the Operating system using passwords so that unauthorized applications can’t access programs or data.</a:t>
            </a:r>
          </a:p>
          <a:p>
            <a:endParaRPr lang="en-US" sz="2800" dirty="0"/>
          </a:p>
        </p:txBody>
      </p:sp>
    </p:spTree>
    <p:extLst>
      <p:ext uri="{BB962C8B-B14F-4D97-AF65-F5344CB8AC3E}">
        <p14:creationId xmlns:p14="http://schemas.microsoft.com/office/powerpoint/2010/main" val="22426174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4"/>
          <p:cNvPicPr>
            <a:picLocks noChangeAspect="1"/>
          </p:cNvPicPr>
          <p:nvPr/>
        </p:nvPicPr>
        <p:blipFill>
          <a:blip r:embed="rId2" cstate="print"/>
          <a:stretch>
            <a:fillRect/>
          </a:stretch>
        </p:blipFill>
        <p:spPr>
          <a:xfrm>
            <a:off x="3657600" y="1196975"/>
            <a:ext cx="6500813" cy="4954588"/>
          </a:xfrm>
          <a:prstGeom prst="rect">
            <a:avLst/>
          </a:prstGeom>
          <a:noFill/>
          <a:ln w="9525">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ln/>
        </p:spPr>
        <p:txBody>
          <a:bodyPr vert="horz" wrap="square" lIns="102221" tIns="51110" rIns="102221" bIns="51110" anchor="b" anchorCtr="0"/>
          <a:lstStyle/>
          <a:p>
            <a:r>
              <a:rPr lang="en-US" altLang="en-US" dirty="0"/>
              <a:t>The Structure of Computer Systems </a:t>
            </a:r>
          </a:p>
        </p:txBody>
      </p:sp>
      <p:pic>
        <p:nvPicPr>
          <p:cNvPr id="9219" name="Content Placeholder 4"/>
          <p:cNvPicPr>
            <a:picLocks noGrp="1" noChangeAspect="1"/>
          </p:cNvPicPr>
          <p:nvPr>
            <p:ph idx="1"/>
          </p:nvPr>
        </p:nvPicPr>
        <p:blipFill>
          <a:blip r:embed="rId2" cstate="print"/>
          <a:srcRect/>
          <a:stretch>
            <a:fillRect/>
          </a:stretch>
        </p:blipFill>
        <p:spPr>
          <a:xfrm>
            <a:off x="10161588" y="1760538"/>
            <a:ext cx="2439987" cy="5440362"/>
          </a:xfrm>
          <a:ln/>
        </p:spPr>
      </p:pic>
      <p:sp>
        <p:nvSpPr>
          <p:cNvPr id="6" name="TextBox 5"/>
          <p:cNvSpPr txBox="1"/>
          <p:nvPr/>
        </p:nvSpPr>
        <p:spPr>
          <a:xfrm>
            <a:off x="1116013" y="1681163"/>
            <a:ext cx="9083675" cy="5519738"/>
          </a:xfrm>
          <a:prstGeom prst="rect">
            <a:avLst/>
          </a:prstGeom>
          <a:noFill/>
        </p:spPr>
        <p:txBody>
          <a:bodyPr lIns="102221" tIns="51110" rIns="102221" bIns="51110">
            <a:spAutoFit/>
          </a:bodyPr>
          <a:lstStyle/>
          <a:p>
            <a:pPr marL="383540" marR="0" indent="-383540" defTabSz="914400">
              <a:buClrTx/>
              <a:buSzTx/>
              <a:buFont typeface="Wingdings" panose="05000000000000000000" pitchFamily="2" charset="2"/>
              <a:buChar char="Ø"/>
              <a:defRPr/>
            </a:pPr>
            <a:r>
              <a:rPr kumimoji="0" lang="en-US" sz="2200" kern="1200" cap="none" spc="0" normalizeH="0" baseline="0" noProof="0" dirty="0">
                <a:latin typeface="Times New Roman" panose="02020603050405020304" pitchFamily="18" charset="0"/>
                <a:ea typeface="+mn-ea"/>
                <a:cs typeface="+mn-cs"/>
              </a:rPr>
              <a:t>Accessing computer resources is divided into </a:t>
            </a:r>
            <a:r>
              <a:rPr kumimoji="0" lang="en-US" sz="2200" i="1" kern="1200" cap="none" spc="0" normalizeH="0" baseline="0" noProof="0" dirty="0">
                <a:latin typeface="Times New Roman" panose="02020603050405020304" pitchFamily="18" charset="0"/>
                <a:ea typeface="+mn-ea"/>
                <a:cs typeface="+mn-cs"/>
              </a:rPr>
              <a:t>layers</a:t>
            </a:r>
            <a:r>
              <a:rPr kumimoji="0" lang="en-US" sz="2200" kern="1200" cap="none" spc="0" normalizeH="0" baseline="0" noProof="0" dirty="0">
                <a:latin typeface="Times New Roman" panose="02020603050405020304" pitchFamily="18" charset="0"/>
                <a:ea typeface="+mn-ea"/>
                <a:cs typeface="+mn-cs"/>
              </a:rPr>
              <a:t>. </a:t>
            </a:r>
          </a:p>
          <a:p>
            <a:pPr marL="383540" marR="0" indent="-383540" defTabSz="914400">
              <a:buClrTx/>
              <a:buSzTx/>
              <a:buFont typeface="Wingdings" panose="05000000000000000000" pitchFamily="2" charset="2"/>
              <a:buChar char="Ø"/>
              <a:defRPr/>
            </a:pPr>
            <a:r>
              <a:rPr kumimoji="0" lang="en-US" sz="2200" kern="1200" cap="none" spc="0" normalizeH="0" baseline="0" noProof="0" dirty="0">
                <a:latin typeface="Times New Roman" panose="02020603050405020304" pitchFamily="18" charset="0"/>
                <a:ea typeface="+mn-ea"/>
                <a:cs typeface="+mn-cs"/>
              </a:rPr>
              <a:t>Each layer is isolated and only interacts directly with the layer below or above it.</a:t>
            </a:r>
          </a:p>
          <a:p>
            <a:pPr marL="383540" marR="0" indent="-383540" defTabSz="914400">
              <a:buClrTx/>
              <a:buSzTx/>
              <a:buFont typeface="Wingdings" panose="05000000000000000000" pitchFamily="2" charset="2"/>
              <a:buChar char="Ø"/>
              <a:defRPr/>
            </a:pPr>
            <a:r>
              <a:rPr kumimoji="0" lang="en-US" sz="2200" kern="1200" cap="none" spc="0" normalizeH="0" baseline="0" noProof="0" dirty="0">
                <a:latin typeface="Times New Roman" panose="02020603050405020304" pitchFamily="18" charset="0"/>
                <a:ea typeface="+mn-ea"/>
                <a:cs typeface="+mn-cs"/>
              </a:rPr>
              <a:t>If we install a new hardware device </a:t>
            </a:r>
          </a:p>
          <a:p>
            <a:pPr marL="894715" marR="0" lvl="1" indent="-383540" algn="l" defTabSz="914400" rtl="0" eaLnBrk="0" fontAlgn="base" latinLnBrk="0" hangingPunct="0">
              <a:lnSpc>
                <a:spcPct val="100000"/>
              </a:lnSpc>
              <a:spcBef>
                <a:spcPct val="0"/>
              </a:spcBef>
              <a:spcAft>
                <a:spcPct val="0"/>
              </a:spcAft>
              <a:buClrTx/>
              <a:buSzTx/>
              <a:buFont typeface="Wingdings" panose="05000000000000000000" pitchFamily="2" charset="2"/>
              <a:buChar char="ü"/>
              <a:defRPr/>
            </a:pPr>
            <a:r>
              <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No need to change anything about the user/applications. </a:t>
            </a:r>
          </a:p>
          <a:p>
            <a:pPr marL="894715" marR="0" lvl="1" indent="-383540" algn="l" defTabSz="914400" rtl="0" eaLnBrk="0" fontAlgn="base" latinLnBrk="0" hangingPunct="0">
              <a:lnSpc>
                <a:spcPct val="100000"/>
              </a:lnSpc>
              <a:spcBef>
                <a:spcPct val="0"/>
              </a:spcBef>
              <a:spcAft>
                <a:spcPct val="0"/>
              </a:spcAft>
              <a:buClrTx/>
              <a:buSzTx/>
              <a:buFont typeface="Wingdings" panose="05000000000000000000" pitchFamily="2" charset="2"/>
              <a:buChar char="ü"/>
              <a:defRPr/>
            </a:pPr>
            <a:r>
              <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However, you do need to make changes to the operating system.</a:t>
            </a:r>
          </a:p>
          <a:p>
            <a:pPr marL="894715" marR="0" lvl="1" indent="-383540" algn="l" defTabSz="914400" rtl="0" eaLnBrk="0" fontAlgn="base" latinLnBrk="0" hangingPunct="0">
              <a:lnSpc>
                <a:spcPct val="100000"/>
              </a:lnSpc>
              <a:spcBef>
                <a:spcPct val="0"/>
              </a:spcBef>
              <a:spcAft>
                <a:spcPct val="0"/>
              </a:spcAft>
              <a:buClrTx/>
              <a:buSzTx/>
              <a:buFont typeface="Wingdings" panose="05000000000000000000" pitchFamily="2" charset="2"/>
              <a:buChar char="ü"/>
              <a:defRPr/>
            </a:pPr>
            <a:r>
              <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You need to install the device drivers that the operating system will use to control the new device.</a:t>
            </a:r>
          </a:p>
          <a:p>
            <a:pPr marL="319405" marR="0" indent="-319405" defTabSz="914400">
              <a:buClrTx/>
              <a:buSzTx/>
              <a:buFont typeface="Wingdings" panose="05000000000000000000" pitchFamily="2" charset="2"/>
              <a:buChar char="Ø"/>
              <a:defRPr/>
            </a:pPr>
            <a:r>
              <a:rPr kumimoji="0" lang="en-US" sz="2200" kern="1200" cap="none" spc="0" normalizeH="0" baseline="0" noProof="0" dirty="0">
                <a:latin typeface="Times New Roman" panose="02020603050405020304" pitchFamily="18" charset="0"/>
                <a:ea typeface="+mn-ea"/>
                <a:cs typeface="+mn-cs"/>
              </a:rPr>
              <a:t>If we install a new software application </a:t>
            </a:r>
          </a:p>
          <a:p>
            <a:pPr marL="830580" marR="0" lvl="1" indent="-319405" algn="l" defTabSz="914400" rtl="0" eaLnBrk="0" fontAlgn="base" latinLnBrk="0" hangingPunct="0">
              <a:lnSpc>
                <a:spcPct val="100000"/>
              </a:lnSpc>
              <a:spcBef>
                <a:spcPct val="0"/>
              </a:spcBef>
              <a:spcAft>
                <a:spcPct val="0"/>
              </a:spcAft>
              <a:buClrTx/>
              <a:buSzTx/>
              <a:buFont typeface="Wingdings" panose="05000000000000000000" pitchFamily="2" charset="2"/>
              <a:buChar char="ü"/>
              <a:defRPr/>
            </a:pPr>
            <a:r>
              <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No need to make any changes to your hardware.</a:t>
            </a:r>
          </a:p>
          <a:p>
            <a:pPr marL="830580" marR="0" lvl="1" indent="-319405" algn="l" defTabSz="914400" rtl="0" eaLnBrk="0" fontAlgn="base" latinLnBrk="0" hangingPunct="0">
              <a:lnSpc>
                <a:spcPct val="100000"/>
              </a:lnSpc>
              <a:spcBef>
                <a:spcPct val="0"/>
              </a:spcBef>
              <a:spcAft>
                <a:spcPct val="0"/>
              </a:spcAft>
              <a:buClrTx/>
              <a:buSzTx/>
              <a:buFont typeface="Wingdings" panose="05000000000000000000" pitchFamily="2" charset="2"/>
              <a:buChar char="ü"/>
              <a:defRPr/>
            </a:pPr>
            <a:r>
              <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But we need to make sure the application is supported by the operating system </a:t>
            </a:r>
          </a:p>
          <a:p>
            <a:pPr marL="830580" marR="0" lvl="1" indent="-319405" algn="l" defTabSz="914400" rtl="0" eaLnBrk="0" fontAlgn="base" latinLnBrk="0" hangingPunct="0">
              <a:lnSpc>
                <a:spcPct val="100000"/>
              </a:lnSpc>
              <a:spcBef>
                <a:spcPct val="0"/>
              </a:spcBef>
              <a:spcAft>
                <a:spcPct val="0"/>
              </a:spcAft>
              <a:buClrTx/>
              <a:buSzTx/>
              <a:buFont typeface="Wingdings" panose="05000000000000000000" pitchFamily="2" charset="2"/>
              <a:buChar char="ü"/>
              <a:defRPr/>
            </a:pPr>
            <a:r>
              <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user will need to learn how to use the new application.</a:t>
            </a:r>
          </a:p>
          <a:p>
            <a:pPr marL="383540" marR="0" indent="-383540" defTabSz="914400">
              <a:buClrTx/>
              <a:buSzTx/>
              <a:buFont typeface="Wingdings" panose="05000000000000000000" pitchFamily="2" charset="2"/>
              <a:buChar char="Ø"/>
              <a:defRPr/>
            </a:pPr>
            <a:r>
              <a:rPr kumimoji="0" lang="en-US" sz="2200" kern="1200" cap="none" spc="0" normalizeH="0" baseline="0" noProof="0" dirty="0">
                <a:latin typeface="Times New Roman" panose="02020603050405020304" pitchFamily="18" charset="0"/>
                <a:ea typeface="+mn-ea"/>
                <a:cs typeface="+mn-cs"/>
              </a:rPr>
              <a:t>If we change the operating system</a:t>
            </a:r>
          </a:p>
          <a:p>
            <a:pPr marL="894715" marR="0" lvl="1" indent="-383540" algn="l" defTabSz="914400" rtl="0" eaLnBrk="0" fontAlgn="base" latinLnBrk="0" hangingPunct="0">
              <a:lnSpc>
                <a:spcPct val="100000"/>
              </a:lnSpc>
              <a:spcBef>
                <a:spcPct val="0"/>
              </a:spcBef>
              <a:spcAft>
                <a:spcPct val="0"/>
              </a:spcAft>
              <a:buClrTx/>
              <a:buSzTx/>
              <a:buFont typeface="Wingdings" panose="05000000000000000000" pitchFamily="2" charset="2"/>
              <a:buChar char="ü"/>
              <a:defRPr/>
            </a:pPr>
            <a:r>
              <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Need to make sure that both applications and hardware will compatible with the new operating system.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anim calcmode="lin" valueType="num">
                                      <p:cBhvr additive="base">
                                        <p:cTn id="13"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anim calcmode="lin" valueType="num">
                                      <p:cBhvr additive="base">
                                        <p:cTn id="19"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6">
                                            <p:txEl>
                                              <p:pRg st="3" end="3"/>
                                            </p:txEl>
                                          </p:spTgt>
                                        </p:tgtEl>
                                        <p:attrNameLst>
                                          <p:attrName>style.visibility</p:attrName>
                                        </p:attrNameLst>
                                      </p:cBhvr>
                                      <p:to>
                                        <p:strVal val="visible"/>
                                      </p:to>
                                    </p:set>
                                    <p:anim calcmode="lin" valueType="num">
                                      <p:cBhvr additive="base">
                                        <p:cTn id="23"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6">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anim calcmode="lin" valueType="num">
                                      <p:cBhvr additive="base">
                                        <p:cTn id="27"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6">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6">
                                            <p:txEl>
                                              <p:pRg st="5" end="5"/>
                                            </p:txEl>
                                          </p:spTgt>
                                        </p:tgtEl>
                                        <p:attrNameLst>
                                          <p:attrName>style.visibility</p:attrName>
                                        </p:attrNameLst>
                                      </p:cBhvr>
                                      <p:to>
                                        <p:strVal val="visible"/>
                                      </p:to>
                                    </p:set>
                                    <p:anim calcmode="lin" valueType="num">
                                      <p:cBhvr additive="base">
                                        <p:cTn id="31" dur="500" fill="hold"/>
                                        <p:tgtEl>
                                          <p:spTgt spid="6">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6">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6">
                                            <p:txEl>
                                              <p:pRg st="6" end="6"/>
                                            </p:txEl>
                                          </p:spTgt>
                                        </p:tgtEl>
                                        <p:attrNameLst>
                                          <p:attrName>style.visibility</p:attrName>
                                        </p:attrNameLst>
                                      </p:cBhvr>
                                      <p:to>
                                        <p:strVal val="visible"/>
                                      </p:to>
                                    </p:set>
                                    <p:anim calcmode="lin" valueType="num">
                                      <p:cBhvr additive="base">
                                        <p:cTn id="37" dur="500" fill="hold"/>
                                        <p:tgtEl>
                                          <p:spTgt spid="6">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6">
                                            <p:txEl>
                                              <p:pRg st="6" end="6"/>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6">
                                            <p:txEl>
                                              <p:pRg st="7" end="7"/>
                                            </p:txEl>
                                          </p:spTgt>
                                        </p:tgtEl>
                                        <p:attrNameLst>
                                          <p:attrName>style.visibility</p:attrName>
                                        </p:attrNameLst>
                                      </p:cBhvr>
                                      <p:to>
                                        <p:strVal val="visible"/>
                                      </p:to>
                                    </p:set>
                                    <p:anim calcmode="lin" valueType="num">
                                      <p:cBhvr additive="base">
                                        <p:cTn id="41" dur="500" fill="hold"/>
                                        <p:tgtEl>
                                          <p:spTgt spid="6">
                                            <p:txEl>
                                              <p:pRg st="7" end="7"/>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6">
                                            <p:txEl>
                                              <p:pRg st="7" end="7"/>
                                            </p:txEl>
                                          </p:spTgt>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6">
                                            <p:txEl>
                                              <p:pRg st="8" end="8"/>
                                            </p:txEl>
                                          </p:spTgt>
                                        </p:tgtEl>
                                        <p:attrNameLst>
                                          <p:attrName>style.visibility</p:attrName>
                                        </p:attrNameLst>
                                      </p:cBhvr>
                                      <p:to>
                                        <p:strVal val="visible"/>
                                      </p:to>
                                    </p:set>
                                    <p:anim calcmode="lin" valueType="num">
                                      <p:cBhvr additive="base">
                                        <p:cTn id="45" dur="500" fill="hold"/>
                                        <p:tgtEl>
                                          <p:spTgt spid="6">
                                            <p:txEl>
                                              <p:pRg st="8" end="8"/>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6">
                                            <p:txEl>
                                              <p:pRg st="8" end="8"/>
                                            </p:txEl>
                                          </p:spTgt>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6">
                                            <p:txEl>
                                              <p:pRg st="9" end="9"/>
                                            </p:txEl>
                                          </p:spTgt>
                                        </p:tgtEl>
                                        <p:attrNameLst>
                                          <p:attrName>style.visibility</p:attrName>
                                        </p:attrNameLst>
                                      </p:cBhvr>
                                      <p:to>
                                        <p:strVal val="visible"/>
                                      </p:to>
                                    </p:set>
                                    <p:anim calcmode="lin" valueType="num">
                                      <p:cBhvr additive="base">
                                        <p:cTn id="49" dur="500" fill="hold"/>
                                        <p:tgtEl>
                                          <p:spTgt spid="6">
                                            <p:txEl>
                                              <p:pRg st="9" end="9"/>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6">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6">
                                            <p:txEl>
                                              <p:pRg st="10" end="10"/>
                                            </p:txEl>
                                          </p:spTgt>
                                        </p:tgtEl>
                                        <p:attrNameLst>
                                          <p:attrName>style.visibility</p:attrName>
                                        </p:attrNameLst>
                                      </p:cBhvr>
                                      <p:to>
                                        <p:strVal val="visible"/>
                                      </p:to>
                                    </p:set>
                                    <p:anim calcmode="lin" valueType="num">
                                      <p:cBhvr additive="base">
                                        <p:cTn id="55" dur="500" fill="hold"/>
                                        <p:tgtEl>
                                          <p:spTgt spid="6">
                                            <p:txEl>
                                              <p:pRg st="10" end="10"/>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6">
                                            <p:txEl>
                                              <p:pRg st="10" end="10"/>
                                            </p:txEl>
                                          </p:spTgt>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6">
                                            <p:txEl>
                                              <p:pRg st="11" end="11"/>
                                            </p:txEl>
                                          </p:spTgt>
                                        </p:tgtEl>
                                        <p:attrNameLst>
                                          <p:attrName>style.visibility</p:attrName>
                                        </p:attrNameLst>
                                      </p:cBhvr>
                                      <p:to>
                                        <p:strVal val="visible"/>
                                      </p:to>
                                    </p:set>
                                    <p:anim calcmode="lin" valueType="num">
                                      <p:cBhvr additive="base">
                                        <p:cTn id="59" dur="500" fill="hold"/>
                                        <p:tgtEl>
                                          <p:spTgt spid="6">
                                            <p:txEl>
                                              <p:pRg st="11" end="11"/>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6">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5"/>
          <p:cNvSpPr>
            <a:spLocks noGrp="1"/>
          </p:cNvSpPr>
          <p:nvPr>
            <p:ph type="title"/>
          </p:nvPr>
        </p:nvSpPr>
        <p:spPr>
          <a:xfrm>
            <a:off x="979488" y="800100"/>
            <a:ext cx="11622087" cy="560388"/>
          </a:xfrm>
          <a:ln/>
        </p:spPr>
        <p:txBody>
          <a:bodyPr vert="horz" wrap="square" lIns="102221" tIns="51110" rIns="102221" bIns="51110" anchor="b" anchorCtr="0"/>
          <a:lstStyle/>
          <a:p>
            <a:pPr eaLnBrk="1" hangingPunct="1"/>
            <a:r>
              <a:rPr lang="en-US" altLang="en-US" sz="4000" dirty="0"/>
              <a:t>Operating System Mode</a:t>
            </a:r>
          </a:p>
        </p:txBody>
      </p:sp>
      <p:pic>
        <p:nvPicPr>
          <p:cNvPr id="10243" name="Content Placeholder 2"/>
          <p:cNvPicPr>
            <a:picLocks noGrp="1" noChangeAspect="1"/>
          </p:cNvPicPr>
          <p:nvPr>
            <p:ph idx="1"/>
          </p:nvPr>
        </p:nvPicPr>
        <p:blipFill>
          <a:blip r:embed="rId3" cstate="print"/>
          <a:srcRect/>
          <a:stretch>
            <a:fillRect/>
          </a:stretch>
        </p:blipFill>
        <p:spPr>
          <a:xfrm>
            <a:off x="4305300" y="2185988"/>
            <a:ext cx="7850188" cy="5083175"/>
          </a:xfrm>
          <a:ln/>
        </p:spPr>
      </p:pic>
      <p:sp>
        <p:nvSpPr>
          <p:cNvPr id="11268" name="TextBox 3"/>
          <p:cNvSpPr txBox="1"/>
          <p:nvPr/>
        </p:nvSpPr>
        <p:spPr>
          <a:xfrm>
            <a:off x="979488" y="1884363"/>
            <a:ext cx="5599112" cy="1457325"/>
          </a:xfrm>
          <a:prstGeom prst="rect">
            <a:avLst/>
          </a:prstGeom>
          <a:noFill/>
          <a:ln w="9525">
            <a:noFill/>
          </a:ln>
        </p:spPr>
        <p:txBody>
          <a:bodyPr lIns="102221" tIns="51110" rIns="102221" bIns="51110">
            <a:spAutoFit/>
          </a:bodyPr>
          <a:lstStyle/>
          <a:p>
            <a:pPr marL="382905" indent="-382905" algn="just">
              <a:buFont typeface="Wingdings" panose="05000000000000000000" pitchFamily="2" charset="2"/>
              <a:buChar char="v"/>
            </a:pPr>
            <a:r>
              <a:rPr lang="en-US" altLang="en-US" sz="2200" dirty="0">
                <a:latin typeface="Times New Roman" panose="02020603050405020304" pitchFamily="18" charset="0"/>
              </a:rPr>
              <a:t>The </a:t>
            </a:r>
            <a:r>
              <a:rPr lang="en-US" altLang="en-US" sz="2200" i="1" dirty="0">
                <a:solidFill>
                  <a:srgbClr val="00B0F0"/>
                </a:solidFill>
                <a:latin typeface="Times New Roman" panose="02020603050405020304" pitchFamily="18" charset="0"/>
              </a:rPr>
              <a:t>User Mode </a:t>
            </a:r>
            <a:r>
              <a:rPr lang="en-US" altLang="en-US" sz="2200" dirty="0">
                <a:latin typeface="Times New Roman" panose="02020603050405020304" pitchFamily="18" charset="0"/>
              </a:rPr>
              <a:t>is concerned with the actual interface between the user and the system.</a:t>
            </a:r>
          </a:p>
          <a:p>
            <a:pPr marL="382905" indent="-382905" algn="just">
              <a:buFont typeface="Wingdings" panose="05000000000000000000" pitchFamily="2" charset="2"/>
              <a:buChar char="v"/>
            </a:pPr>
            <a:r>
              <a:rPr lang="en-US" altLang="en-US" sz="2200" dirty="0">
                <a:latin typeface="Times New Roman" panose="02020603050405020304" pitchFamily="18" charset="0"/>
              </a:rPr>
              <a:t>It controls things like running applications and accessing files. </a:t>
            </a:r>
          </a:p>
        </p:txBody>
      </p:sp>
      <p:sp>
        <p:nvSpPr>
          <p:cNvPr id="11269" name="TextBox 4"/>
          <p:cNvSpPr txBox="1"/>
          <p:nvPr/>
        </p:nvSpPr>
        <p:spPr>
          <a:xfrm>
            <a:off x="1128713" y="5057775"/>
            <a:ext cx="5449887" cy="2257425"/>
          </a:xfrm>
          <a:prstGeom prst="rect">
            <a:avLst/>
          </a:prstGeom>
          <a:noFill/>
          <a:ln w="9525">
            <a:noFill/>
          </a:ln>
        </p:spPr>
        <p:txBody>
          <a:bodyPr lIns="102221" tIns="51110" rIns="102221" bIns="51110">
            <a:spAutoFit/>
          </a:bodyPr>
          <a:lstStyle/>
          <a:p>
            <a:pPr marL="319405" indent="-319405" algn="just">
              <a:buFont typeface="Wingdings" panose="05000000000000000000" pitchFamily="2" charset="2"/>
              <a:buChar char="v"/>
            </a:pPr>
            <a:r>
              <a:rPr lang="en-US" altLang="en-US" sz="2000" dirty="0">
                <a:latin typeface="Times New Roman" panose="02020603050405020304" pitchFamily="18" charset="0"/>
              </a:rPr>
              <a:t>The </a:t>
            </a:r>
            <a:r>
              <a:rPr lang="en-US" altLang="en-US" sz="2000" i="1" dirty="0">
                <a:solidFill>
                  <a:srgbClr val="00B0F0"/>
                </a:solidFill>
                <a:latin typeface="Times New Roman" panose="02020603050405020304" pitchFamily="18" charset="0"/>
              </a:rPr>
              <a:t>Kernel Mode </a:t>
            </a:r>
            <a:r>
              <a:rPr lang="en-US" altLang="en-US" sz="2000" dirty="0">
                <a:latin typeface="Times New Roman" panose="02020603050405020304" pitchFamily="18" charset="0"/>
              </a:rPr>
              <a:t>is concerned with everything running in the background.</a:t>
            </a:r>
          </a:p>
          <a:p>
            <a:pPr marL="319405" indent="-319405" algn="just">
              <a:buFont typeface="Wingdings" panose="05000000000000000000" pitchFamily="2" charset="2"/>
              <a:buChar char="v"/>
            </a:pPr>
            <a:r>
              <a:rPr lang="en-US" altLang="en-US" sz="2000" dirty="0">
                <a:latin typeface="Times New Roman" panose="02020603050405020304" pitchFamily="18" charset="0"/>
              </a:rPr>
              <a:t>It controls things like accessing system resources, controlling hardware functions and processing program instructions. </a:t>
            </a:r>
          </a:p>
          <a:p>
            <a:pPr marL="319405" indent="-319405" algn="just">
              <a:buFont typeface="Wingdings" panose="05000000000000000000" pitchFamily="2" charset="2"/>
              <a:buChar char="v"/>
            </a:pPr>
            <a:r>
              <a:rPr lang="en-US" altLang="en-US" sz="2000" dirty="0">
                <a:solidFill>
                  <a:srgbClr val="0070C0"/>
                </a:solidFill>
                <a:latin typeface="Trebuchet MS" panose="020B0603020202020204" pitchFamily="34" charset="0"/>
                <a:cs typeface="Trebuchet MS" panose="020B0603020202020204" pitchFamily="34" charset="0"/>
              </a:rPr>
              <a:t>System calls </a:t>
            </a:r>
            <a:r>
              <a:rPr lang="en-US" altLang="en-US" sz="2000" dirty="0">
                <a:latin typeface="Trebuchet MS" panose="020B0603020202020204" pitchFamily="34" charset="0"/>
                <a:cs typeface="Trebuchet MS" panose="020B0603020202020204" pitchFamily="34" charset="0"/>
              </a:rPr>
              <a:t>are used to change mode from User to Kernel.</a:t>
            </a:r>
            <a:endParaRPr lang="en-US" altLang="en-US" sz="2000"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268">
                                            <p:txEl>
                                              <p:pRg st="0" end="0"/>
                                            </p:txEl>
                                          </p:spTgt>
                                        </p:tgtEl>
                                        <p:attrNameLst>
                                          <p:attrName>style.visibility</p:attrName>
                                        </p:attrNameLst>
                                      </p:cBhvr>
                                      <p:to>
                                        <p:strVal val="visible"/>
                                      </p:to>
                                    </p:set>
                                    <p:anim calcmode="lin" valueType="num">
                                      <p:cBhvr additive="base">
                                        <p:cTn id="7" dur="500" fill="hold"/>
                                        <p:tgtEl>
                                          <p:spTgt spid="1126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26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1268">
                                            <p:txEl>
                                              <p:pRg st="1" end="1"/>
                                            </p:txEl>
                                          </p:spTgt>
                                        </p:tgtEl>
                                        <p:attrNameLst>
                                          <p:attrName>style.visibility</p:attrName>
                                        </p:attrNameLst>
                                      </p:cBhvr>
                                      <p:to>
                                        <p:strVal val="visible"/>
                                      </p:to>
                                    </p:set>
                                    <p:anim calcmode="lin" valueType="num">
                                      <p:cBhvr additive="base">
                                        <p:cTn id="13" dur="500" fill="hold"/>
                                        <p:tgtEl>
                                          <p:spTgt spid="1126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126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1269">
                                            <p:txEl>
                                              <p:pRg st="0" end="0"/>
                                            </p:txEl>
                                          </p:spTgt>
                                        </p:tgtEl>
                                        <p:attrNameLst>
                                          <p:attrName>style.visibility</p:attrName>
                                        </p:attrNameLst>
                                      </p:cBhvr>
                                      <p:to>
                                        <p:strVal val="visible"/>
                                      </p:to>
                                    </p:set>
                                    <p:anim calcmode="lin" valueType="num">
                                      <p:cBhvr additive="base">
                                        <p:cTn id="19" dur="500" fill="hold"/>
                                        <p:tgtEl>
                                          <p:spTgt spid="11269">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126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1269">
                                            <p:txEl>
                                              <p:pRg st="1" end="1"/>
                                            </p:txEl>
                                          </p:spTgt>
                                        </p:tgtEl>
                                        <p:attrNameLst>
                                          <p:attrName>style.visibility</p:attrName>
                                        </p:attrNameLst>
                                      </p:cBhvr>
                                      <p:to>
                                        <p:strVal val="visible"/>
                                      </p:to>
                                    </p:set>
                                    <p:anim calcmode="lin" valueType="num">
                                      <p:cBhvr additive="base">
                                        <p:cTn id="25" dur="500" fill="hold"/>
                                        <p:tgtEl>
                                          <p:spTgt spid="11269">
                                            <p:txEl>
                                              <p:pRg st="1" end="1"/>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126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1269">
                                            <p:txEl>
                                              <p:pRg st="2" end="2"/>
                                            </p:txEl>
                                          </p:spTgt>
                                        </p:tgtEl>
                                        <p:attrNameLst>
                                          <p:attrName>style.visibility</p:attrName>
                                        </p:attrNameLst>
                                      </p:cBhvr>
                                      <p:to>
                                        <p:strVal val="visible"/>
                                      </p:to>
                                    </p:set>
                                    <p:anim calcmode="lin" valueType="num">
                                      <p:cBhvr additive="base">
                                        <p:cTn id="31" dur="500" fill="hold"/>
                                        <p:tgtEl>
                                          <p:spTgt spid="11269">
                                            <p:txEl>
                                              <p:pRg st="2" end="2"/>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1269">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8" grpId="0" build="p"/>
      <p:bldP spid="11269"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sz="3200" dirty="0">
                <a:solidFill>
                  <a:schemeClr val="accent1">
                    <a:lumMod val="75000"/>
                  </a:schemeClr>
                </a:solidFill>
              </a:rPr>
              <a:t>Two Views of Operating System </a:t>
            </a:r>
            <a:endParaRPr lang="en-US" sz="3200" dirty="0" smtClean="0">
              <a:solidFill>
                <a:schemeClr val="accent1">
                  <a:lumMod val="75000"/>
                </a:schemeClr>
              </a:solidFill>
            </a:endParaRPr>
          </a:p>
          <a:p>
            <a:r>
              <a:rPr lang="en-US" sz="3200" dirty="0" smtClean="0"/>
              <a:t>1</a:t>
            </a:r>
            <a:r>
              <a:rPr lang="en-US" sz="3200" dirty="0"/>
              <a:t>. User's </a:t>
            </a:r>
            <a:r>
              <a:rPr lang="en-US" sz="3200" dirty="0" smtClean="0"/>
              <a:t>View</a:t>
            </a:r>
          </a:p>
          <a:p>
            <a:r>
              <a:rPr lang="en-US" sz="3200" dirty="0" smtClean="0"/>
              <a:t> </a:t>
            </a:r>
            <a:r>
              <a:rPr lang="en-US" sz="3200" dirty="0"/>
              <a:t>2. </a:t>
            </a:r>
            <a:r>
              <a:rPr lang="en-US" sz="3200" dirty="0" err="1"/>
              <a:t>SystemView</a:t>
            </a:r>
            <a:r>
              <a:rPr lang="en-US" sz="3200" dirty="0"/>
              <a:t> </a:t>
            </a:r>
            <a:endParaRPr lang="en-US" sz="3200" dirty="0" smtClean="0"/>
          </a:p>
          <a:p>
            <a:r>
              <a:rPr lang="en-US" sz="3200" dirty="0" smtClean="0">
                <a:solidFill>
                  <a:schemeClr val="accent1">
                    <a:lumMod val="75000"/>
                  </a:schemeClr>
                </a:solidFill>
              </a:rPr>
              <a:t>Operating </a:t>
            </a:r>
            <a:r>
              <a:rPr lang="en-US" sz="3200" dirty="0">
                <a:solidFill>
                  <a:schemeClr val="accent1">
                    <a:lumMod val="75000"/>
                  </a:schemeClr>
                </a:solidFill>
              </a:rPr>
              <a:t>System: User View </a:t>
            </a:r>
            <a:r>
              <a:rPr lang="en-US" sz="3200" dirty="0"/>
              <a:t>The user view of the computer refers to the interface being used</a:t>
            </a:r>
            <a:r>
              <a:rPr lang="en-US" sz="3200" dirty="0" smtClean="0"/>
              <a:t>.</a:t>
            </a:r>
          </a:p>
          <a:p>
            <a:r>
              <a:rPr lang="en-US" sz="3200" dirty="0" smtClean="0"/>
              <a:t> </a:t>
            </a:r>
            <a:r>
              <a:rPr lang="en-US" sz="3200" dirty="0"/>
              <a:t>Such systems are designed for one user to monopolize its resources, to maximize the work that the user is performing. In these cases, the operating system is designed mostly for ease of use, with some attention paid to performance</a:t>
            </a:r>
          </a:p>
        </p:txBody>
      </p:sp>
    </p:spTree>
    <p:extLst>
      <p:ext uri="{BB962C8B-B14F-4D97-AF65-F5344CB8AC3E}">
        <p14:creationId xmlns:p14="http://schemas.microsoft.com/office/powerpoint/2010/main" val="5028104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sz="3200" dirty="0">
                <a:solidFill>
                  <a:schemeClr val="accent1">
                    <a:lumMod val="75000"/>
                  </a:schemeClr>
                </a:solidFill>
              </a:rPr>
              <a:t>Operating System: System View </a:t>
            </a:r>
            <a:r>
              <a:rPr lang="en-US" sz="3200" dirty="0"/>
              <a:t>The operating system can be viewed as a resource allocator also</a:t>
            </a:r>
            <a:r>
              <a:rPr lang="en-US" sz="3200" dirty="0" smtClean="0"/>
              <a:t>.</a:t>
            </a:r>
          </a:p>
          <a:p>
            <a:r>
              <a:rPr lang="en-US" sz="3200" dirty="0" smtClean="0"/>
              <a:t> </a:t>
            </a:r>
            <a:r>
              <a:rPr lang="en-US" sz="3200" dirty="0"/>
              <a:t>A computer system consists of many resources like - hardware and software - that must be managed efficiently</a:t>
            </a:r>
            <a:r>
              <a:rPr lang="en-US" sz="3200" dirty="0" smtClean="0"/>
              <a:t>.</a:t>
            </a:r>
          </a:p>
          <a:p>
            <a:r>
              <a:rPr lang="en-US" sz="3200" dirty="0" smtClean="0"/>
              <a:t> </a:t>
            </a:r>
            <a:r>
              <a:rPr lang="en-US" sz="3200" dirty="0"/>
              <a:t>The operating system acts as the manager of the resources, decides between conflicting requests, controls the execution of programs, etc. </a:t>
            </a:r>
          </a:p>
        </p:txBody>
      </p:sp>
    </p:spTree>
    <p:extLst>
      <p:ext uri="{BB962C8B-B14F-4D97-AF65-F5344CB8AC3E}">
        <p14:creationId xmlns:p14="http://schemas.microsoft.com/office/powerpoint/2010/main" val="34662453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4"/>
          <p:cNvSpPr txBox="1"/>
          <p:nvPr/>
        </p:nvSpPr>
        <p:spPr>
          <a:xfrm>
            <a:off x="2967038" y="2232025"/>
            <a:ext cx="6302375" cy="5154613"/>
          </a:xfrm>
          <a:prstGeom prst="rect">
            <a:avLst/>
          </a:prstGeom>
          <a:noFill/>
          <a:ln w="9525">
            <a:noFill/>
          </a:ln>
        </p:spPr>
        <p:txBody>
          <a:bodyPr>
            <a:spAutoFit/>
          </a:bodyPr>
          <a:lstStyle/>
          <a:p>
            <a:r>
              <a:rPr lang="en-IN" altLang="x-none" sz="3200" dirty="0">
                <a:latin typeface="Times New Roman" panose="02020603050405020304" pitchFamily="18" charset="0"/>
              </a:rPr>
              <a:t>Types of Operating System</a:t>
            </a:r>
          </a:p>
          <a:p>
            <a:endParaRPr lang="en-IN" altLang="x-none" dirty="0">
              <a:latin typeface="Times New Roman" panose="02020603050405020304" pitchFamily="18" charset="0"/>
            </a:endParaRPr>
          </a:p>
          <a:p>
            <a:r>
              <a:rPr dirty="0">
                <a:latin typeface="Times New Roman" panose="02020603050405020304" pitchFamily="18" charset="0"/>
              </a:rPr>
              <a:t>1. Simple Batch System</a:t>
            </a:r>
          </a:p>
          <a:p>
            <a:r>
              <a:rPr dirty="0">
                <a:latin typeface="Times New Roman" panose="02020603050405020304" pitchFamily="18" charset="0"/>
              </a:rPr>
              <a:t>2. Multiprogrammed</a:t>
            </a:r>
          </a:p>
          <a:p>
            <a:r>
              <a:rPr dirty="0">
                <a:latin typeface="Times New Roman" panose="02020603050405020304" pitchFamily="18" charset="0"/>
              </a:rPr>
              <a:t>3. Time-Shared</a:t>
            </a:r>
          </a:p>
          <a:p>
            <a:r>
              <a:rPr dirty="0">
                <a:latin typeface="Times New Roman" panose="02020603050405020304" pitchFamily="18" charset="0"/>
              </a:rPr>
              <a:t>4. Personal Computer</a:t>
            </a:r>
          </a:p>
          <a:p>
            <a:r>
              <a:rPr dirty="0">
                <a:latin typeface="Times New Roman" panose="02020603050405020304" pitchFamily="18" charset="0"/>
              </a:rPr>
              <a:t>5. Parallel</a:t>
            </a:r>
          </a:p>
          <a:p>
            <a:r>
              <a:rPr dirty="0">
                <a:latin typeface="Times New Roman" panose="02020603050405020304" pitchFamily="18" charset="0"/>
              </a:rPr>
              <a:t>6. Distributed Systems</a:t>
            </a:r>
          </a:p>
          <a:p>
            <a:r>
              <a:rPr dirty="0">
                <a:latin typeface="Times New Roman" panose="02020603050405020304" pitchFamily="18" charset="0"/>
              </a:rPr>
              <a:t>7. Real Time Systems</a:t>
            </a:r>
          </a:p>
          <a:p>
            <a:endParaRPr dirty="0">
              <a:latin typeface="Times New Roman" panose="02020603050405020304" pitchFamily="18" charset="0"/>
            </a:endParaRPr>
          </a:p>
          <a:p>
            <a:endParaRPr lang="en-IN" altLang="x-none" dirty="0">
              <a:latin typeface="Times New Roman" panose="02020603050405020304" pitchFamily="18" charset="0"/>
            </a:endParaRPr>
          </a:p>
          <a:p>
            <a:endParaRPr lang="en-IN" altLang="x-none" dirty="0">
              <a:latin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151188" y="2406650"/>
            <a:ext cx="6300788" cy="3000375"/>
          </a:xfrm>
          <a:prstGeom prst="rect">
            <a:avLst/>
          </a:prstGeom>
          <a:noFill/>
        </p:spPr>
        <p:txBody>
          <a:bodyPr>
            <a:spAutoFit/>
          </a:bodyPr>
          <a:lstStyle/>
          <a:p>
            <a:pPr marL="514350" marR="0" indent="-514350" defTabSz="914400">
              <a:buClrTx/>
              <a:buSzTx/>
              <a:buFontTx/>
              <a:buAutoNum type="arabicPeriod"/>
              <a:defRPr/>
            </a:pPr>
            <a:r>
              <a:rPr kumimoji="0" lang="en-US" kern="1200" cap="none" spc="0" normalizeH="0" baseline="0" noProof="0" dirty="0">
                <a:latin typeface="Times New Roman" panose="02020603050405020304" pitchFamily="18" charset="0"/>
                <a:ea typeface="+mn-ea"/>
                <a:cs typeface="+mn-cs"/>
              </a:rPr>
              <a:t>Simple Batch System</a:t>
            </a:r>
          </a:p>
          <a:p>
            <a:pPr marL="514350" marR="0" indent="-514350" defTabSz="914400">
              <a:buClrTx/>
              <a:buSzTx/>
              <a:buFontTx/>
              <a:buAutoNum type="arabicPeriod"/>
              <a:defRPr/>
            </a:pPr>
            <a:endParaRPr kumimoji="0" lang="en-US" kern="1200" cap="none" spc="0" normalizeH="0" baseline="0" noProof="0" dirty="0">
              <a:latin typeface="Times New Roman" panose="02020603050405020304" pitchFamily="18" charset="0"/>
              <a:ea typeface="+mn-ea"/>
              <a:cs typeface="+mn-cs"/>
            </a:endParaRPr>
          </a:p>
          <a:p>
            <a:pPr marR="0" defTabSz="914400">
              <a:buClrTx/>
              <a:buSzTx/>
              <a:buFontTx/>
              <a:buNone/>
              <a:defRPr/>
            </a:pPr>
            <a:r>
              <a:rPr kumimoji="0" lang="en-US" kern="1200" cap="none" spc="0" normalizeH="0" baseline="0" noProof="0" dirty="0">
                <a:latin typeface="Times New Roman" panose="02020603050405020304" pitchFamily="18" charset="0"/>
                <a:ea typeface="+mn-ea"/>
                <a:cs typeface="+mn-cs"/>
              </a:rPr>
              <a:t>In a Batch Operating System, the similar jobs are grouped together into batches with the help of some operator and these batches are executed one by one. </a:t>
            </a:r>
          </a:p>
          <a:p>
            <a:pPr marR="0" defTabSz="914400">
              <a:buClrTx/>
              <a:buSzTx/>
              <a:buFontTx/>
              <a:buNone/>
              <a:defRPr/>
            </a:pPr>
            <a:endParaRPr kumimoji="0" lang="en-IN" kern="1200" cap="none" spc="0" normalizeH="0" baseline="0" noProof="0" dirty="0">
              <a:latin typeface="Times New Roman" panose="02020603050405020304" pitchFamily="18" charset="0"/>
              <a:ea typeface="+mn-ea"/>
              <a:cs typeface="+mn-c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75657" y="1881050"/>
            <a:ext cx="10502537" cy="4662815"/>
          </a:xfrm>
          <a:prstGeom prst="rect">
            <a:avLst/>
          </a:prstGeom>
        </p:spPr>
        <p:txBody>
          <a:bodyPr wrap="square">
            <a:spAutoFit/>
          </a:bodyPr>
          <a:lstStyle/>
          <a:p>
            <a:pPr marL="457200" indent="-457200">
              <a:buFont typeface="Arial" pitchFamily="34" charset="0"/>
              <a:buChar char="•"/>
            </a:pPr>
            <a:r>
              <a:rPr lang="en-US" dirty="0"/>
              <a:t>For example, let us assume that we have 10 programs that need to be executed. </a:t>
            </a:r>
            <a:endParaRPr lang="en-US" dirty="0" smtClean="0"/>
          </a:p>
          <a:p>
            <a:pPr marL="457200" indent="-457200">
              <a:buFont typeface="Arial" pitchFamily="34" charset="0"/>
              <a:buChar char="•"/>
            </a:pPr>
            <a:r>
              <a:rPr lang="en-US" dirty="0" smtClean="0"/>
              <a:t>Some </a:t>
            </a:r>
            <a:r>
              <a:rPr lang="en-US" dirty="0"/>
              <a:t>programs are written in C++, some in C and rest in Java</a:t>
            </a:r>
            <a:r>
              <a:rPr lang="en-US" dirty="0" smtClean="0"/>
              <a:t>.</a:t>
            </a:r>
          </a:p>
          <a:p>
            <a:pPr marL="457200" indent="-457200">
              <a:buFont typeface="Arial" pitchFamily="34" charset="0"/>
              <a:buChar char="•"/>
            </a:pPr>
            <a:r>
              <a:rPr lang="en-US" dirty="0" smtClean="0"/>
              <a:t>Now</a:t>
            </a:r>
            <a:r>
              <a:rPr lang="en-US" dirty="0"/>
              <a:t>, every time when we run these </a:t>
            </a:r>
            <a:r>
              <a:rPr lang="en-US" dirty="0" err="1"/>
              <a:t>programmes</a:t>
            </a:r>
            <a:r>
              <a:rPr lang="en-US" dirty="0"/>
              <a:t> individually then we will have to load the compiler of that particular language and then execute the code. </a:t>
            </a:r>
            <a:endParaRPr lang="en-US" dirty="0" smtClean="0"/>
          </a:p>
          <a:p>
            <a:pPr marL="457200" indent="-457200">
              <a:buFont typeface="Arial" pitchFamily="34" charset="0"/>
              <a:buChar char="•"/>
            </a:pPr>
            <a:r>
              <a:rPr lang="en-US" dirty="0" smtClean="0"/>
              <a:t>But </a:t>
            </a:r>
            <a:r>
              <a:rPr lang="en-US" dirty="0"/>
              <a:t>what if we make a batch </a:t>
            </a:r>
            <a:r>
              <a:rPr lang="en-US" dirty="0" err="1"/>
              <a:t>ofthese</a:t>
            </a:r>
            <a:r>
              <a:rPr lang="en-US" dirty="0"/>
              <a:t> 10 </a:t>
            </a:r>
            <a:r>
              <a:rPr lang="en-US" dirty="0" err="1"/>
              <a:t>programmes</a:t>
            </a:r>
            <a:r>
              <a:rPr lang="en-US" dirty="0"/>
              <a:t>. The benefit with this approach is that, for the C++ batch, you need to </a:t>
            </a:r>
            <a:r>
              <a:rPr lang="en-US" dirty="0" err="1"/>
              <a:t>loadthe</a:t>
            </a:r>
            <a:r>
              <a:rPr lang="en-US" dirty="0"/>
              <a:t> compiler only once. </a:t>
            </a:r>
            <a:endParaRPr lang="en-US" dirty="0" smtClean="0"/>
          </a:p>
          <a:p>
            <a:pPr marL="457200" indent="-457200">
              <a:buFont typeface="Arial" pitchFamily="34" charset="0"/>
              <a:buChar char="•"/>
            </a:pPr>
            <a:r>
              <a:rPr lang="en-US" dirty="0" smtClean="0"/>
              <a:t>Similarly</a:t>
            </a:r>
            <a:r>
              <a:rPr lang="en-US" dirty="0"/>
              <a:t>, for Java and C, the compiler needs to be loaded only once and the whole batch gets executed</a:t>
            </a:r>
          </a:p>
        </p:txBody>
      </p:sp>
    </p:spTree>
    <p:extLst>
      <p:ext uri="{BB962C8B-B14F-4D97-AF65-F5344CB8AC3E}">
        <p14:creationId xmlns:p14="http://schemas.microsoft.com/office/powerpoint/2010/main" val="8984184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314" name="Group 2"/>
          <p:cNvGrpSpPr/>
          <p:nvPr/>
        </p:nvGrpSpPr>
        <p:grpSpPr>
          <a:xfrm>
            <a:off x="155575" y="155575"/>
            <a:ext cx="12446000" cy="9451975"/>
            <a:chOff x="480" y="480"/>
            <a:chExt cx="11284" cy="14884"/>
          </a:xfrm>
        </p:grpSpPr>
        <p:sp>
          <p:nvSpPr>
            <p:cNvPr id="13315" name="AutoShape 3"/>
            <p:cNvSpPr/>
            <p:nvPr/>
          </p:nvSpPr>
          <p:spPr>
            <a:xfrm>
              <a:off x="480" y="480"/>
              <a:ext cx="11284" cy="14884"/>
            </a:xfrm>
            <a:custGeom>
              <a:avLst/>
              <a:gdLst>
                <a:gd name="txL" fmla="*/ 0 w 11284"/>
                <a:gd name="txT" fmla="*/ 0 h 14884"/>
                <a:gd name="txR" fmla="*/ 11284 w 11284"/>
                <a:gd name="txB" fmla="*/ 14884 h 14884"/>
              </a:gdLst>
              <a:ahLst/>
              <a:cxnLst>
                <a:cxn ang="0">
                  <a:pos x="11256" y="552"/>
                </a:cxn>
                <a:cxn ang="0">
                  <a:pos x="11198" y="552"/>
                </a:cxn>
                <a:cxn ang="0">
                  <a:pos x="11198" y="566"/>
                </a:cxn>
                <a:cxn ang="0">
                  <a:pos x="11198" y="15278"/>
                </a:cxn>
                <a:cxn ang="0">
                  <a:pos x="86" y="15278"/>
                </a:cxn>
                <a:cxn ang="0">
                  <a:pos x="86" y="566"/>
                </a:cxn>
                <a:cxn ang="0">
                  <a:pos x="11198" y="566"/>
                </a:cxn>
                <a:cxn ang="0">
                  <a:pos x="11198" y="552"/>
                </a:cxn>
                <a:cxn ang="0">
                  <a:pos x="72" y="552"/>
                </a:cxn>
                <a:cxn ang="0">
                  <a:pos x="72" y="566"/>
                </a:cxn>
                <a:cxn ang="0">
                  <a:pos x="72" y="15278"/>
                </a:cxn>
                <a:cxn ang="0">
                  <a:pos x="72" y="15336"/>
                </a:cxn>
                <a:cxn ang="0">
                  <a:pos x="11256" y="15336"/>
                </a:cxn>
                <a:cxn ang="0">
                  <a:pos x="11256" y="15278"/>
                </a:cxn>
                <a:cxn ang="0">
                  <a:pos x="11256" y="552"/>
                </a:cxn>
                <a:cxn ang="0">
                  <a:pos x="11284" y="480"/>
                </a:cxn>
                <a:cxn ang="0">
                  <a:pos x="11270" y="480"/>
                </a:cxn>
                <a:cxn ang="0">
                  <a:pos x="11270" y="538"/>
                </a:cxn>
                <a:cxn ang="0">
                  <a:pos x="11270" y="15350"/>
                </a:cxn>
                <a:cxn ang="0">
                  <a:pos x="58" y="15350"/>
                </a:cxn>
                <a:cxn ang="0">
                  <a:pos x="58" y="538"/>
                </a:cxn>
                <a:cxn ang="0">
                  <a:pos x="11270" y="538"/>
                </a:cxn>
                <a:cxn ang="0">
                  <a:pos x="11270" y="480"/>
                </a:cxn>
                <a:cxn ang="0">
                  <a:pos x="0" y="480"/>
                </a:cxn>
                <a:cxn ang="0">
                  <a:pos x="0" y="538"/>
                </a:cxn>
                <a:cxn ang="0">
                  <a:pos x="0" y="15350"/>
                </a:cxn>
                <a:cxn ang="0">
                  <a:pos x="0" y="15364"/>
                </a:cxn>
                <a:cxn ang="0">
                  <a:pos x="11284" y="15364"/>
                </a:cxn>
                <a:cxn ang="0">
                  <a:pos x="11284" y="15350"/>
                </a:cxn>
                <a:cxn ang="0">
                  <a:pos x="11284" y="480"/>
                </a:cxn>
              </a:cxnLst>
              <a:rect l="txL" t="txT" r="txR" b="txB"/>
              <a:pathLst>
                <a:path w="11284" h="14884">
                  <a:moveTo>
                    <a:pt x="11256" y="72"/>
                  </a:moveTo>
                  <a:lnTo>
                    <a:pt x="11198" y="72"/>
                  </a:lnTo>
                  <a:lnTo>
                    <a:pt x="11198" y="86"/>
                  </a:lnTo>
                  <a:lnTo>
                    <a:pt x="11198" y="14798"/>
                  </a:lnTo>
                  <a:lnTo>
                    <a:pt x="86" y="14798"/>
                  </a:lnTo>
                  <a:lnTo>
                    <a:pt x="86" y="86"/>
                  </a:lnTo>
                  <a:lnTo>
                    <a:pt x="11198" y="86"/>
                  </a:lnTo>
                  <a:lnTo>
                    <a:pt x="11198" y="72"/>
                  </a:lnTo>
                  <a:lnTo>
                    <a:pt x="72" y="72"/>
                  </a:lnTo>
                  <a:lnTo>
                    <a:pt x="72" y="86"/>
                  </a:lnTo>
                  <a:lnTo>
                    <a:pt x="72" y="14798"/>
                  </a:lnTo>
                  <a:lnTo>
                    <a:pt x="72" y="14856"/>
                  </a:lnTo>
                  <a:lnTo>
                    <a:pt x="11256" y="14856"/>
                  </a:lnTo>
                  <a:lnTo>
                    <a:pt x="11256" y="14798"/>
                  </a:lnTo>
                  <a:lnTo>
                    <a:pt x="11256" y="72"/>
                  </a:lnTo>
                  <a:close/>
                  <a:moveTo>
                    <a:pt x="11284" y="0"/>
                  </a:moveTo>
                  <a:lnTo>
                    <a:pt x="11270" y="0"/>
                  </a:lnTo>
                  <a:lnTo>
                    <a:pt x="11270" y="58"/>
                  </a:lnTo>
                  <a:lnTo>
                    <a:pt x="11270" y="14870"/>
                  </a:lnTo>
                  <a:lnTo>
                    <a:pt x="58" y="14870"/>
                  </a:lnTo>
                  <a:lnTo>
                    <a:pt x="58" y="58"/>
                  </a:lnTo>
                  <a:lnTo>
                    <a:pt x="11270" y="58"/>
                  </a:lnTo>
                  <a:lnTo>
                    <a:pt x="11270" y="0"/>
                  </a:lnTo>
                  <a:lnTo>
                    <a:pt x="0" y="0"/>
                  </a:lnTo>
                  <a:lnTo>
                    <a:pt x="0" y="58"/>
                  </a:lnTo>
                  <a:lnTo>
                    <a:pt x="0" y="14870"/>
                  </a:lnTo>
                  <a:lnTo>
                    <a:pt x="0" y="14884"/>
                  </a:lnTo>
                  <a:lnTo>
                    <a:pt x="11284" y="14884"/>
                  </a:lnTo>
                  <a:lnTo>
                    <a:pt x="11284" y="14870"/>
                  </a:lnTo>
                  <a:lnTo>
                    <a:pt x="11284" y="0"/>
                  </a:lnTo>
                  <a:close/>
                </a:path>
              </a:pathLst>
            </a:custGeom>
            <a:solidFill>
              <a:srgbClr val="000000">
                <a:alpha val="100000"/>
              </a:srgbClr>
            </a:solidFill>
            <a:ln w="9525">
              <a:noFill/>
            </a:ln>
          </p:spPr>
          <p:txBody>
            <a:bodyPr/>
            <a:lstStyle/>
            <a:p>
              <a:endParaRPr lang="en-US"/>
            </a:p>
          </p:txBody>
        </p:sp>
        <p:pic>
          <p:nvPicPr>
            <p:cNvPr id="13316" name="Picture 4"/>
            <p:cNvPicPr>
              <a:picLocks noChangeAspect="1"/>
            </p:cNvPicPr>
            <p:nvPr/>
          </p:nvPicPr>
          <p:blipFill>
            <a:blip r:embed="rId2" cstate="print"/>
            <a:stretch>
              <a:fillRect/>
            </a:stretch>
          </p:blipFill>
          <p:spPr>
            <a:xfrm>
              <a:off x="3567" y="3953"/>
              <a:ext cx="6328" cy="7376"/>
            </a:xfrm>
            <a:prstGeom prst="rect">
              <a:avLst/>
            </a:prstGeom>
            <a:noFill/>
            <a:ln w="9525">
              <a:noFill/>
            </a:ln>
          </p:spPr>
        </p:pic>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151188" y="2276475"/>
            <a:ext cx="7904163" cy="2860675"/>
          </a:xfrm>
          <a:prstGeom prst="rect">
            <a:avLst/>
          </a:prstGeom>
          <a:noFill/>
        </p:spPr>
        <p:txBody>
          <a:bodyPr>
            <a:spAutoFit/>
          </a:bodyPr>
          <a:lstStyle/>
          <a:p>
            <a:pPr marL="514350">
              <a:buNone/>
            </a:pPr>
            <a:r>
              <a:rPr sz="2800" b="1" dirty="0">
                <a:solidFill>
                  <a:srgbClr val="333333"/>
                </a:solidFill>
                <a:latin typeface="Times New Roman" panose="02020603050405020304" pitchFamily="18" charset="0"/>
                <a:cs typeface="Times New Roman" panose="02020603050405020304" pitchFamily="18" charset="0"/>
              </a:rPr>
              <a:t>Advantages:</a:t>
            </a:r>
            <a:endParaRPr lang="en-IN" altLang="x-none" sz="2400" dirty="0">
              <a:latin typeface="Times New Roman" panose="02020603050405020304" pitchFamily="18" charset="0"/>
              <a:cs typeface="Times New Roman" panose="02020603050405020304" pitchFamily="18" charset="0"/>
            </a:endParaRPr>
          </a:p>
          <a:p>
            <a:pPr marL="514350">
              <a:spcBef>
                <a:spcPts val="615"/>
              </a:spcBef>
              <a:buClr>
                <a:srgbClr val="333333"/>
              </a:buClr>
              <a:buFont typeface="Times New Roman" panose="02020603050405020304" pitchFamily="18" charset="0"/>
              <a:buAutoNum type="arabicPeriod"/>
            </a:pPr>
            <a:r>
              <a:rPr sz="2800" dirty="0">
                <a:solidFill>
                  <a:srgbClr val="333333"/>
                </a:solidFill>
                <a:latin typeface="Times New Roman" panose="02020603050405020304" pitchFamily="18" charset="0"/>
                <a:cs typeface="Times New Roman" panose="02020603050405020304" pitchFamily="18" charset="0"/>
              </a:rPr>
              <a:t>The overall time taken by the system to execute all the programmes will be reduced.</a:t>
            </a:r>
          </a:p>
          <a:p>
            <a:pPr marL="514350">
              <a:spcBef>
                <a:spcPts val="615"/>
              </a:spcBef>
              <a:buClr>
                <a:srgbClr val="333333"/>
              </a:buClr>
              <a:buFont typeface="Times New Roman" panose="02020603050405020304" pitchFamily="18" charset="0"/>
              <a:buAutoNum type="arabicPeriod"/>
            </a:pPr>
            <a:endParaRPr lang="en-IN" altLang="x-none" sz="2400" dirty="0">
              <a:latin typeface="Times New Roman" panose="02020603050405020304" pitchFamily="18" charset="0"/>
              <a:cs typeface="Times New Roman" panose="02020603050405020304" pitchFamily="18" charset="0"/>
            </a:endParaRPr>
          </a:p>
          <a:p>
            <a:pPr marL="514350">
              <a:spcBef>
                <a:spcPts val="715"/>
              </a:spcBef>
              <a:buClr>
                <a:srgbClr val="333333"/>
              </a:buClr>
              <a:buFont typeface="Times New Roman" panose="02020603050405020304" pitchFamily="18" charset="0"/>
              <a:buAutoNum type="arabicPeriod"/>
            </a:pPr>
            <a:r>
              <a:rPr sz="2800" dirty="0">
                <a:solidFill>
                  <a:srgbClr val="333333"/>
                </a:solidFill>
                <a:latin typeface="Times New Roman" panose="02020603050405020304" pitchFamily="18" charset="0"/>
                <a:cs typeface="Times New Roman" panose="02020603050405020304" pitchFamily="18" charset="0"/>
              </a:rPr>
              <a:t>The Batch Operating System can be shared between multiple users.</a:t>
            </a:r>
            <a:endParaRPr lang="en-IN" altLang="x-none" sz="2400"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Box 2"/>
          <p:cNvSpPr txBox="1"/>
          <p:nvPr/>
        </p:nvSpPr>
        <p:spPr>
          <a:xfrm>
            <a:off x="3151188" y="1346200"/>
            <a:ext cx="8286750" cy="3946525"/>
          </a:xfrm>
          <a:prstGeom prst="rect">
            <a:avLst/>
          </a:prstGeom>
          <a:noFill/>
          <a:ln w="9525">
            <a:noFill/>
          </a:ln>
        </p:spPr>
        <p:txBody>
          <a:bodyPr>
            <a:spAutoFit/>
          </a:bodyPr>
          <a:lstStyle/>
          <a:p>
            <a:pPr marL="514350">
              <a:spcBef>
                <a:spcPts val="775"/>
              </a:spcBef>
              <a:buNone/>
            </a:pPr>
            <a:endParaRPr sz="2800" b="1" dirty="0">
              <a:solidFill>
                <a:srgbClr val="333333"/>
              </a:solidFill>
              <a:latin typeface="Times New Roman" panose="02020603050405020304" pitchFamily="18" charset="0"/>
              <a:cs typeface="Times New Roman" panose="02020603050405020304" pitchFamily="18" charset="0"/>
            </a:endParaRPr>
          </a:p>
          <a:p>
            <a:pPr marL="514350">
              <a:spcBef>
                <a:spcPts val="775"/>
              </a:spcBef>
              <a:buNone/>
            </a:pPr>
            <a:r>
              <a:rPr sz="2800" b="1" dirty="0">
                <a:solidFill>
                  <a:srgbClr val="333333"/>
                </a:solidFill>
                <a:latin typeface="Times New Roman" panose="02020603050405020304" pitchFamily="18" charset="0"/>
                <a:cs typeface="Times New Roman" panose="02020603050405020304" pitchFamily="18" charset="0"/>
              </a:rPr>
              <a:t>Disadvantages:</a:t>
            </a:r>
            <a:endParaRPr lang="en-IN" altLang="x-none" sz="2400" dirty="0">
              <a:latin typeface="Times New Roman" panose="02020603050405020304" pitchFamily="18" charset="0"/>
              <a:cs typeface="Times New Roman" panose="02020603050405020304" pitchFamily="18" charset="0"/>
            </a:endParaRPr>
          </a:p>
          <a:p>
            <a:pPr marL="514350">
              <a:spcBef>
                <a:spcPts val="590"/>
              </a:spcBef>
              <a:buClr>
                <a:srgbClr val="333333"/>
              </a:buClr>
              <a:buFont typeface="Times New Roman" panose="02020603050405020304" pitchFamily="18" charset="0"/>
              <a:buAutoNum type="arabicPeriod"/>
            </a:pPr>
            <a:r>
              <a:rPr sz="2800" dirty="0">
                <a:solidFill>
                  <a:srgbClr val="333333"/>
                </a:solidFill>
                <a:latin typeface="Times New Roman" panose="02020603050405020304" pitchFamily="18" charset="0"/>
                <a:cs typeface="Times New Roman" panose="02020603050405020304" pitchFamily="18" charset="0"/>
              </a:rPr>
              <a:t>Manual interventions are required between two batches.</a:t>
            </a:r>
            <a:endParaRPr lang="en-IN" altLang="x-none" sz="2400" dirty="0">
              <a:latin typeface="Times New Roman" panose="02020603050405020304" pitchFamily="18" charset="0"/>
              <a:cs typeface="Times New Roman" panose="02020603050405020304" pitchFamily="18" charset="0"/>
            </a:endParaRPr>
          </a:p>
          <a:p>
            <a:pPr marL="514350">
              <a:lnSpc>
                <a:spcPct val="150000"/>
              </a:lnSpc>
              <a:spcBef>
                <a:spcPts val="690"/>
              </a:spcBef>
              <a:buClr>
                <a:srgbClr val="333333"/>
              </a:buClr>
              <a:buFont typeface="Times New Roman" panose="02020603050405020304" pitchFamily="18" charset="0"/>
              <a:buAutoNum type="arabicPeriod"/>
            </a:pPr>
            <a:r>
              <a:rPr sz="2800" dirty="0">
                <a:solidFill>
                  <a:srgbClr val="333333"/>
                </a:solidFill>
                <a:latin typeface="Times New Roman" panose="02020603050405020304" pitchFamily="18" charset="0"/>
                <a:cs typeface="Times New Roman" panose="02020603050405020304" pitchFamily="18" charset="0"/>
              </a:rPr>
              <a:t>The CPU utilization is low because the time taken in loading and unloading of batches is very high as compared to execution time.</a:t>
            </a:r>
            <a:endParaRPr lang="en-IN" altLang="x-none" sz="2400"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151188" y="2141538"/>
            <a:ext cx="8104188" cy="5678488"/>
          </a:xfrm>
          <a:prstGeom prst="rect">
            <a:avLst/>
          </a:prstGeom>
          <a:noFill/>
        </p:spPr>
        <p:txBody>
          <a:bodyPr>
            <a:spAutoFit/>
          </a:bodyPr>
          <a:lstStyle/>
          <a:p>
            <a:pPr marR="0" defTabSz="914400">
              <a:buClrTx/>
              <a:buSzTx/>
              <a:buFontTx/>
              <a:buNone/>
              <a:defRPr/>
            </a:pPr>
            <a:r>
              <a:rPr kumimoji="0" lang="en-US" sz="2800" kern="1200" cap="none" spc="0" normalizeH="0" baseline="0" noProof="0" dirty="0">
                <a:latin typeface="Times New Roman" panose="02020603050405020304" pitchFamily="18" charset="0"/>
                <a:ea typeface="Times New Roman" panose="02020603050405020304" pitchFamily="18" charset="0"/>
                <a:cs typeface="+mn-cs"/>
              </a:rPr>
              <a:t>Multiprogramming:</a:t>
            </a:r>
          </a:p>
          <a:p>
            <a:pPr marR="0" defTabSz="914400">
              <a:buClrTx/>
              <a:buSzTx/>
              <a:buFontTx/>
              <a:buNone/>
              <a:defRPr/>
            </a:pPr>
            <a:endParaRPr kumimoji="0" lang="en-US" sz="2800" kern="1200" cap="none" spc="0" normalizeH="0" baseline="0" noProof="0" dirty="0">
              <a:latin typeface="Times New Roman" panose="02020603050405020304" pitchFamily="18" charset="0"/>
              <a:ea typeface="Times New Roman" panose="02020603050405020304" pitchFamily="18" charset="0"/>
              <a:cs typeface="+mn-cs"/>
            </a:endParaRPr>
          </a:p>
          <a:p>
            <a:pPr marR="0" defTabSz="914400">
              <a:buClrTx/>
              <a:buSzTx/>
              <a:buFontTx/>
              <a:buNone/>
              <a:defRPr/>
            </a:pPr>
            <a:r>
              <a:rPr kumimoji="0" lang="en-US" sz="2800" kern="1200" cap="none" spc="0" normalizeH="0" baseline="0" noProof="0" dirty="0">
                <a:latin typeface="Times New Roman" panose="02020603050405020304" pitchFamily="18" charset="0"/>
                <a:ea typeface="Times New Roman" panose="02020603050405020304" pitchFamily="18" charset="0"/>
                <a:cs typeface="+mn-cs"/>
              </a:rPr>
              <a:t>Sharing the processor, when two or more programs reside</a:t>
            </a:r>
            <a:r>
              <a:rPr kumimoji="0" lang="en-US" sz="2800" kern="1200" cap="none" spc="300" normalizeH="0" baseline="0" noProof="0" dirty="0">
                <a:latin typeface="Times New Roman" panose="02020603050405020304" pitchFamily="18" charset="0"/>
                <a:ea typeface="Times New Roman" panose="02020603050405020304" pitchFamily="18" charset="0"/>
                <a:cs typeface="+mn-cs"/>
              </a:rPr>
              <a:t> </a:t>
            </a:r>
            <a:r>
              <a:rPr kumimoji="0" lang="en-US" sz="2800" kern="1200" cap="none" spc="0" normalizeH="0" baseline="0" noProof="0" dirty="0">
                <a:latin typeface="Times New Roman" panose="02020603050405020304" pitchFamily="18" charset="0"/>
                <a:ea typeface="Times New Roman" panose="02020603050405020304" pitchFamily="18" charset="0"/>
                <a:cs typeface="+mn-cs"/>
              </a:rPr>
              <a:t>in memory at</a:t>
            </a:r>
            <a:r>
              <a:rPr kumimoji="0" lang="en-US" sz="2800" kern="1200" cap="none" spc="300" normalizeH="0" baseline="0" noProof="0" dirty="0">
                <a:latin typeface="Times New Roman" panose="02020603050405020304" pitchFamily="18" charset="0"/>
                <a:ea typeface="Times New Roman" panose="02020603050405020304" pitchFamily="18" charset="0"/>
                <a:cs typeface="+mn-cs"/>
              </a:rPr>
              <a:t> </a:t>
            </a:r>
            <a:r>
              <a:rPr kumimoji="0" lang="en-US" sz="2800" kern="1200" cap="none" spc="0" normalizeH="0" baseline="0" noProof="0" dirty="0">
                <a:latin typeface="Times New Roman" panose="02020603050405020304" pitchFamily="18" charset="0"/>
                <a:ea typeface="Times New Roman" panose="02020603050405020304" pitchFamily="18" charset="0"/>
                <a:cs typeface="+mn-cs"/>
              </a:rPr>
              <a:t>the same time,</a:t>
            </a:r>
            <a:r>
              <a:rPr kumimoji="0" lang="en-US" sz="2800" kern="1200" cap="none" spc="300" normalizeH="0" baseline="0" noProof="0" dirty="0">
                <a:latin typeface="Times New Roman" panose="02020603050405020304" pitchFamily="18" charset="0"/>
                <a:ea typeface="Times New Roman" panose="02020603050405020304" pitchFamily="18" charset="0"/>
                <a:cs typeface="+mn-cs"/>
              </a:rPr>
              <a:t> </a:t>
            </a:r>
            <a:r>
              <a:rPr kumimoji="0" lang="en-US" sz="2800" kern="1200" cap="none" spc="0" normalizeH="0" baseline="0" noProof="0" dirty="0">
                <a:latin typeface="Times New Roman" panose="02020603050405020304" pitchFamily="18" charset="0"/>
                <a:ea typeface="Times New Roman" panose="02020603050405020304" pitchFamily="18" charset="0"/>
                <a:cs typeface="+mn-cs"/>
              </a:rPr>
              <a:t>is referred as</a:t>
            </a:r>
            <a:r>
              <a:rPr kumimoji="0" lang="en-US" sz="2800" kern="1200" cap="none" spc="0" normalizeH="0" baseline="0" noProof="0" dirty="0">
                <a:latin typeface="Times New Roman" panose="02020603050405020304" pitchFamily="18" charset="0"/>
                <a:ea typeface="+mn-ea"/>
                <a:cs typeface="+mn-cs"/>
              </a:rPr>
              <a:t> multiprogramming.</a:t>
            </a:r>
          </a:p>
          <a:p>
            <a:pPr marR="0" defTabSz="914400">
              <a:buClrTx/>
              <a:buSzTx/>
              <a:buFontTx/>
              <a:buNone/>
              <a:defRPr/>
            </a:pPr>
            <a:endParaRPr kumimoji="0" lang="en-US" sz="2800" kern="1200" cap="none" spc="0" normalizeH="0" baseline="0" noProof="0" dirty="0">
              <a:latin typeface="Times New Roman" panose="02020603050405020304" pitchFamily="18" charset="0"/>
              <a:ea typeface="+mn-ea"/>
              <a:cs typeface="+mn-cs"/>
            </a:endParaRPr>
          </a:p>
          <a:p>
            <a:pPr marR="0" defTabSz="914400">
              <a:buClrTx/>
              <a:buSzTx/>
              <a:buFontTx/>
              <a:buNone/>
              <a:defRPr/>
            </a:pPr>
            <a:r>
              <a:rPr kumimoji="0" lang="en-US" sz="2800" kern="1200" cap="none" spc="0" normalizeH="0" baseline="0" noProof="0" dirty="0">
                <a:latin typeface="Times New Roman" panose="02020603050405020304" pitchFamily="18" charset="0"/>
                <a:ea typeface="+mn-ea"/>
                <a:cs typeface="+mn-cs"/>
              </a:rPr>
              <a:t> Multiprogramming assumes a single shared processor. </a:t>
            </a:r>
          </a:p>
          <a:p>
            <a:pPr marR="0" defTabSz="914400">
              <a:buClrTx/>
              <a:buSzTx/>
              <a:buFontTx/>
              <a:buNone/>
              <a:defRPr/>
            </a:pPr>
            <a:endParaRPr kumimoji="0" lang="en-US" sz="2800" kern="1200" cap="none" spc="0" normalizeH="0" baseline="0" noProof="0" dirty="0">
              <a:latin typeface="Times New Roman" panose="02020603050405020304" pitchFamily="18" charset="0"/>
              <a:ea typeface="+mn-ea"/>
              <a:cs typeface="+mn-cs"/>
            </a:endParaRPr>
          </a:p>
          <a:p>
            <a:pPr marR="0" defTabSz="914400">
              <a:buClrTx/>
              <a:buSzTx/>
              <a:buFontTx/>
              <a:buNone/>
              <a:defRPr/>
            </a:pPr>
            <a:r>
              <a:rPr kumimoji="0" lang="en-US" sz="2800" kern="1200" cap="none" spc="0" normalizeH="0" baseline="0" noProof="0" dirty="0">
                <a:latin typeface="Times New Roman" panose="02020603050405020304" pitchFamily="18" charset="0"/>
                <a:ea typeface="+mn-ea"/>
                <a:cs typeface="+mn-cs"/>
              </a:rPr>
              <a:t>Multiprogramming increases CPU utilization by organizing jobs so that the CPU always has one to execute.</a:t>
            </a:r>
          </a:p>
          <a:p>
            <a:pPr marR="0" defTabSz="914400">
              <a:buClrTx/>
              <a:buSzTx/>
              <a:buFontTx/>
              <a:buNone/>
              <a:defRPr/>
            </a:pPr>
            <a:endParaRPr kumimoji="0" lang="en-IN" sz="2800" kern="1200" cap="none" spc="0" normalizeH="0" baseline="0" noProof="0" dirty="0">
              <a:latin typeface="Times New Roman" panose="02020603050405020304" pitchFamily="18" charset="0"/>
              <a:ea typeface="+mn-ea"/>
              <a:cs typeface="+mn-cs"/>
            </a:endParaRPr>
          </a:p>
          <a:p>
            <a:pPr marR="0" defTabSz="914400">
              <a:buClrTx/>
              <a:buSzTx/>
              <a:buFontTx/>
              <a:buNone/>
              <a:defRPr/>
            </a:pPr>
            <a:endParaRPr kumimoji="0" lang="en-IN" kern="1200" cap="none" spc="0" normalizeH="0" baseline="0" noProof="0" dirty="0">
              <a:latin typeface="Times New Roman" panose="02020603050405020304" pitchFamily="18" charset="0"/>
              <a:ea typeface="+mn-ea"/>
              <a:cs typeface="+mn-c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7"/>
          <p:cNvPicPr>
            <a:picLocks noChangeAspect="1"/>
          </p:cNvPicPr>
          <p:nvPr/>
        </p:nvPicPr>
        <p:blipFill>
          <a:blip r:embed="rId2" cstate="print"/>
          <a:stretch>
            <a:fillRect/>
          </a:stretch>
        </p:blipFill>
        <p:spPr>
          <a:xfrm>
            <a:off x="3632200" y="2690813"/>
            <a:ext cx="5080000" cy="4075112"/>
          </a:xfrm>
          <a:prstGeom prst="rect">
            <a:avLst/>
          </a:prstGeom>
          <a:noFill/>
          <a:ln w="9525">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Box 2"/>
          <p:cNvSpPr txBox="1"/>
          <p:nvPr/>
        </p:nvSpPr>
        <p:spPr>
          <a:xfrm>
            <a:off x="2286000" y="1704975"/>
            <a:ext cx="9236075" cy="5024438"/>
          </a:xfrm>
          <a:prstGeom prst="rect">
            <a:avLst/>
          </a:prstGeom>
          <a:noFill/>
          <a:ln w="9525">
            <a:noFill/>
          </a:ln>
        </p:spPr>
        <p:txBody>
          <a:bodyPr>
            <a:spAutoFit/>
          </a:bodyPr>
          <a:lstStyle/>
          <a:p>
            <a:pPr marL="342900" indent="-342900" defTabSz="914400">
              <a:spcBef>
                <a:spcPts val="690"/>
              </a:spcBef>
              <a:buFont typeface="Wingdings" panose="05000000000000000000" pitchFamily="2" charset="2"/>
              <a:buChar char=""/>
              <a:tabLst>
                <a:tab pos="685800" algn="l"/>
              </a:tabLst>
            </a:pPr>
            <a:r>
              <a:rPr sz="2800" dirty="0">
                <a:latin typeface="Times New Roman" panose="02020603050405020304" pitchFamily="18" charset="0"/>
                <a:cs typeface="Times New Roman" panose="02020603050405020304" pitchFamily="18" charset="0"/>
              </a:rPr>
              <a:t>The operating system keeps several jobs in memory at a time.</a:t>
            </a:r>
            <a:endParaRPr lang="en-IN" altLang="x-none" sz="2400" dirty="0">
              <a:latin typeface="Times New Roman" panose="02020603050405020304" pitchFamily="18" charset="0"/>
              <a:cs typeface="Times New Roman" panose="02020603050405020304" pitchFamily="18" charset="0"/>
            </a:endParaRPr>
          </a:p>
          <a:p>
            <a:pPr marL="342900" indent="-342900" defTabSz="914400">
              <a:spcBef>
                <a:spcPts val="690"/>
              </a:spcBef>
              <a:buFont typeface="Wingdings" panose="05000000000000000000" pitchFamily="2" charset="2"/>
              <a:buChar char=""/>
              <a:tabLst>
                <a:tab pos="685800" algn="l"/>
              </a:tabLst>
            </a:pPr>
            <a:r>
              <a:rPr sz="2800" dirty="0">
                <a:latin typeface="Times New Roman" panose="02020603050405020304" pitchFamily="18" charset="0"/>
                <a:cs typeface="Times New Roman" panose="02020603050405020304" pitchFamily="18" charset="0"/>
              </a:rPr>
              <a:t>This set of jobs is a subset of the jobs kept in the job pool.</a:t>
            </a:r>
            <a:endParaRPr lang="en-IN" altLang="x-none" sz="2400" dirty="0">
              <a:latin typeface="Times New Roman" panose="02020603050405020304" pitchFamily="18" charset="0"/>
              <a:cs typeface="Times New Roman" panose="02020603050405020304" pitchFamily="18" charset="0"/>
            </a:endParaRPr>
          </a:p>
          <a:p>
            <a:pPr marL="342900" indent="-342900" defTabSz="914400">
              <a:spcBef>
                <a:spcPts val="690"/>
              </a:spcBef>
              <a:buFont typeface="Wingdings" panose="05000000000000000000" pitchFamily="2" charset="2"/>
              <a:buChar char=""/>
              <a:tabLst>
                <a:tab pos="685800" algn="l"/>
              </a:tabLst>
            </a:pPr>
            <a:r>
              <a:rPr sz="2800" dirty="0">
                <a:latin typeface="Times New Roman" panose="02020603050405020304" pitchFamily="18" charset="0"/>
                <a:cs typeface="Times New Roman" panose="02020603050405020304" pitchFamily="18" charset="0"/>
              </a:rPr>
              <a:t>The operating system picks and begins to execute one of the jobs in the memory.</a:t>
            </a:r>
            <a:endParaRPr lang="en-IN" altLang="x-none" sz="2400" dirty="0">
              <a:latin typeface="Times New Roman" panose="02020603050405020304" pitchFamily="18" charset="0"/>
              <a:cs typeface="Times New Roman" panose="02020603050405020304" pitchFamily="18" charset="0"/>
            </a:endParaRPr>
          </a:p>
          <a:p>
            <a:pPr marL="342900" indent="-342900" algn="just" defTabSz="914400">
              <a:lnSpc>
                <a:spcPct val="150000"/>
              </a:lnSpc>
              <a:spcBef>
                <a:spcPts val="715"/>
              </a:spcBef>
              <a:buFont typeface="Wingdings" panose="05000000000000000000" pitchFamily="2" charset="2"/>
              <a:buChar char=""/>
              <a:tabLst>
                <a:tab pos="685800" algn="l"/>
              </a:tabLst>
            </a:pPr>
            <a:r>
              <a:rPr sz="2800" dirty="0">
                <a:latin typeface="Times New Roman" panose="02020603050405020304" pitchFamily="18" charset="0"/>
                <a:cs typeface="Times New Roman" panose="02020603050405020304" pitchFamily="18" charset="0"/>
              </a:rPr>
              <a:t>Multiprogramming operating systems monitor the state of all active programs and system resources using memory management programs to ensures that the CPU is never idle, unless there are no jobs to process.</a:t>
            </a:r>
            <a:endParaRPr lang="en-IN" altLang="x-none" sz="2400"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635250" y="2928938"/>
            <a:ext cx="6300788" cy="2336800"/>
          </a:xfrm>
          <a:prstGeom prst="rect">
            <a:avLst/>
          </a:prstGeom>
          <a:noFill/>
        </p:spPr>
        <p:txBody>
          <a:bodyPr>
            <a:spAutoFit/>
          </a:bodyPr>
          <a:lstStyle/>
          <a:p>
            <a:pPr marL="514985" marR="0" defTabSz="914400">
              <a:spcBef>
                <a:spcPts val="30"/>
              </a:spcBef>
              <a:spcAft>
                <a:spcPts val="0"/>
              </a:spcAft>
              <a:buClrTx/>
              <a:buSzTx/>
              <a:buFontTx/>
              <a:buNone/>
              <a:defRPr/>
            </a:pPr>
            <a:r>
              <a:rPr kumimoji="0" lang="en-US" sz="2800" i="1" kern="1200" cap="none" spc="0" normalizeH="0" baseline="0" noProof="0" dirty="0">
                <a:latin typeface="Times New Roman" panose="02020603050405020304" pitchFamily="18" charset="0"/>
                <a:ea typeface="Times New Roman" panose="02020603050405020304" pitchFamily="18" charset="0"/>
                <a:cs typeface="+mn-cs"/>
              </a:rPr>
              <a:t>Advantages</a:t>
            </a:r>
            <a:endParaRPr kumimoji="0" lang="en-IN" sz="2400" kern="1200" cap="none" spc="0" normalizeH="0" baseline="0" noProof="0" dirty="0">
              <a:latin typeface="Times New Roman" panose="02020603050405020304" pitchFamily="18" charset="0"/>
              <a:ea typeface="Times New Roman" panose="02020603050405020304" pitchFamily="18" charset="0"/>
              <a:cs typeface="+mn-cs"/>
            </a:endParaRPr>
          </a:p>
          <a:p>
            <a:pPr marL="457200" marR="0" indent="-457200" defTabSz="914400">
              <a:spcBef>
                <a:spcPts val="665"/>
              </a:spcBef>
              <a:spcAft>
                <a:spcPts val="0"/>
              </a:spcAft>
              <a:buClrTx/>
              <a:buSzTx/>
              <a:buFont typeface="Arial" panose="020B0604020202020204" pitchFamily="34" charset="0"/>
              <a:buChar char="•"/>
              <a:tabLst>
                <a:tab pos="686435" algn="l"/>
              </a:tabLst>
              <a:defRPr/>
            </a:pPr>
            <a:r>
              <a:rPr kumimoji="0" lang="en-US" sz="2800" kern="1200" cap="none" spc="-10" normalizeH="0" baseline="0" noProof="0" dirty="0">
                <a:latin typeface="Times New Roman" panose="02020603050405020304" pitchFamily="18" charset="0"/>
                <a:ea typeface="Times New Roman" panose="02020603050405020304" pitchFamily="18" charset="0"/>
                <a:cs typeface="+mn-cs"/>
              </a:rPr>
              <a:t>High</a:t>
            </a:r>
            <a:r>
              <a:rPr kumimoji="0" lang="en-US" sz="2800" kern="1200" cap="none" spc="-80" normalizeH="0" baseline="0" noProof="0" dirty="0">
                <a:latin typeface="Times New Roman" panose="02020603050405020304" pitchFamily="18" charset="0"/>
                <a:ea typeface="Times New Roman" panose="02020603050405020304" pitchFamily="18" charset="0"/>
                <a:cs typeface="+mn-cs"/>
              </a:rPr>
              <a:t> </a:t>
            </a:r>
            <a:r>
              <a:rPr kumimoji="0" lang="en-US" sz="2800" kern="1200" cap="none" spc="-10" normalizeH="0" baseline="0" noProof="0" dirty="0">
                <a:latin typeface="Times New Roman" panose="02020603050405020304" pitchFamily="18" charset="0"/>
                <a:ea typeface="Times New Roman" panose="02020603050405020304" pitchFamily="18" charset="0"/>
                <a:cs typeface="+mn-cs"/>
              </a:rPr>
              <a:t>and</a:t>
            </a:r>
            <a:r>
              <a:rPr kumimoji="0" lang="en-US" sz="2800" kern="1200" cap="none" spc="0" normalizeH="0" baseline="0" noProof="0" dirty="0">
                <a:latin typeface="Times New Roman" panose="02020603050405020304" pitchFamily="18" charset="0"/>
                <a:ea typeface="Times New Roman" panose="02020603050405020304" pitchFamily="18" charset="0"/>
                <a:cs typeface="+mn-cs"/>
              </a:rPr>
              <a:t> </a:t>
            </a:r>
            <a:r>
              <a:rPr kumimoji="0" lang="en-US" sz="2800" kern="1200" cap="none" spc="-10" normalizeH="0" baseline="0" noProof="0" dirty="0">
                <a:latin typeface="Times New Roman" panose="02020603050405020304" pitchFamily="18" charset="0"/>
                <a:ea typeface="Times New Roman" panose="02020603050405020304" pitchFamily="18" charset="0"/>
                <a:cs typeface="+mn-cs"/>
              </a:rPr>
              <a:t>efficient</a:t>
            </a:r>
            <a:r>
              <a:rPr kumimoji="0" lang="en-US" sz="2800" kern="1200" cap="none" spc="100" normalizeH="0" baseline="0" noProof="0" dirty="0">
                <a:latin typeface="Times New Roman" panose="02020603050405020304" pitchFamily="18" charset="0"/>
                <a:ea typeface="Times New Roman" panose="02020603050405020304" pitchFamily="18" charset="0"/>
                <a:cs typeface="+mn-cs"/>
              </a:rPr>
              <a:t> </a:t>
            </a:r>
            <a:r>
              <a:rPr kumimoji="0" lang="en-US" sz="2800" kern="1200" cap="none" spc="-10" normalizeH="0" baseline="0" noProof="0" dirty="0">
                <a:latin typeface="Times New Roman" panose="02020603050405020304" pitchFamily="18" charset="0"/>
                <a:ea typeface="Times New Roman" panose="02020603050405020304" pitchFamily="18" charset="0"/>
                <a:cs typeface="+mn-cs"/>
              </a:rPr>
              <a:t>CPU</a:t>
            </a:r>
            <a:r>
              <a:rPr kumimoji="0" lang="en-US" sz="2800" kern="1200" cap="none" spc="-30" normalizeH="0" baseline="0" noProof="0" dirty="0">
                <a:latin typeface="Times New Roman" panose="02020603050405020304" pitchFamily="18" charset="0"/>
                <a:ea typeface="Times New Roman" panose="02020603050405020304" pitchFamily="18" charset="0"/>
                <a:cs typeface="+mn-cs"/>
              </a:rPr>
              <a:t> </a:t>
            </a:r>
            <a:r>
              <a:rPr kumimoji="0" lang="en-US" sz="2800" kern="1200" cap="none" spc="-10" normalizeH="0" baseline="0" noProof="0" dirty="0">
                <a:latin typeface="Times New Roman" panose="02020603050405020304" pitchFamily="18" charset="0"/>
                <a:ea typeface="Times New Roman" panose="02020603050405020304" pitchFamily="18" charset="0"/>
                <a:cs typeface="+mn-cs"/>
              </a:rPr>
              <a:t>utilization.</a:t>
            </a:r>
          </a:p>
          <a:p>
            <a:pPr marL="457200" marR="0" indent="-457200" defTabSz="914400">
              <a:buClrTx/>
              <a:buSzTx/>
              <a:buFont typeface="Arial" panose="020B0604020202020204" pitchFamily="34" charset="0"/>
              <a:buChar char="•"/>
              <a:defRPr/>
            </a:pPr>
            <a:endParaRPr kumimoji="0" lang="en-US" sz="2800" kern="1200" cap="none" spc="-10" normalizeH="0" baseline="0" noProof="0" dirty="0">
              <a:latin typeface="Times New Roman" panose="02020603050405020304" pitchFamily="18" charset="0"/>
              <a:ea typeface="Times New Roman" panose="02020603050405020304" pitchFamily="18" charset="0"/>
              <a:cs typeface="+mn-cs"/>
            </a:endParaRPr>
          </a:p>
          <a:p>
            <a:pPr marL="457200" marR="0" indent="-457200" defTabSz="914400">
              <a:buClrTx/>
              <a:buSzTx/>
              <a:buFont typeface="Arial" panose="020B0604020202020204" pitchFamily="34" charset="0"/>
              <a:buChar char="•"/>
              <a:defRPr/>
            </a:pPr>
            <a:r>
              <a:rPr kumimoji="0" lang="en-US" sz="2800" kern="1200" cap="none" spc="-10" normalizeH="0" baseline="0" noProof="0" dirty="0">
                <a:latin typeface="Times New Roman" panose="02020603050405020304" pitchFamily="18" charset="0"/>
                <a:ea typeface="Times New Roman" panose="02020603050405020304" pitchFamily="18" charset="0"/>
                <a:cs typeface="+mn-cs"/>
              </a:rPr>
              <a:t>User</a:t>
            </a:r>
            <a:r>
              <a:rPr kumimoji="0" lang="en-US" sz="2800" kern="1200" cap="none" spc="40" normalizeH="0" baseline="0" noProof="0" dirty="0">
                <a:latin typeface="Times New Roman" panose="02020603050405020304" pitchFamily="18" charset="0"/>
                <a:ea typeface="Times New Roman" panose="02020603050405020304" pitchFamily="18" charset="0"/>
                <a:cs typeface="+mn-cs"/>
              </a:rPr>
              <a:t> </a:t>
            </a:r>
            <a:r>
              <a:rPr kumimoji="0" lang="en-US" sz="2800" kern="1200" cap="none" spc="-10" normalizeH="0" baseline="0" noProof="0" dirty="0">
                <a:latin typeface="Times New Roman" panose="02020603050405020304" pitchFamily="18" charset="0"/>
                <a:ea typeface="Times New Roman" panose="02020603050405020304" pitchFamily="18" charset="0"/>
                <a:cs typeface="+mn-cs"/>
              </a:rPr>
              <a:t>feels</a:t>
            </a:r>
            <a:r>
              <a:rPr kumimoji="0" lang="en-US" sz="2800" kern="1200" cap="none" spc="-20" normalizeH="0" baseline="0" noProof="0" dirty="0">
                <a:latin typeface="Times New Roman" panose="02020603050405020304" pitchFamily="18" charset="0"/>
                <a:ea typeface="Times New Roman" panose="02020603050405020304" pitchFamily="18" charset="0"/>
                <a:cs typeface="+mn-cs"/>
              </a:rPr>
              <a:t> </a:t>
            </a:r>
            <a:r>
              <a:rPr kumimoji="0" lang="en-US" sz="2800" kern="1200" cap="none" spc="-10" normalizeH="0" baseline="0" noProof="0" dirty="0">
                <a:latin typeface="Times New Roman" panose="02020603050405020304" pitchFamily="18" charset="0"/>
                <a:ea typeface="Times New Roman" panose="02020603050405020304" pitchFamily="18" charset="0"/>
                <a:cs typeface="+mn-cs"/>
              </a:rPr>
              <a:t>that</a:t>
            </a:r>
            <a:r>
              <a:rPr kumimoji="0" lang="en-US" sz="2800" kern="1200" cap="none" spc="60" normalizeH="0" baseline="0" noProof="0" dirty="0">
                <a:latin typeface="Times New Roman" panose="02020603050405020304" pitchFamily="18" charset="0"/>
                <a:ea typeface="Times New Roman" panose="02020603050405020304" pitchFamily="18" charset="0"/>
                <a:cs typeface="+mn-cs"/>
              </a:rPr>
              <a:t> </a:t>
            </a:r>
            <a:r>
              <a:rPr kumimoji="0" lang="en-US" sz="2800" kern="1200" cap="none" spc="-10" normalizeH="0" baseline="0" noProof="0" dirty="0">
                <a:latin typeface="Times New Roman" panose="02020603050405020304" pitchFamily="18" charset="0"/>
                <a:ea typeface="Times New Roman" panose="02020603050405020304" pitchFamily="18" charset="0"/>
                <a:cs typeface="+mn-cs"/>
              </a:rPr>
              <a:t>many</a:t>
            </a:r>
            <a:r>
              <a:rPr kumimoji="0" lang="en-US" sz="2800" kern="1200" cap="none" spc="-105" normalizeH="0" baseline="0" noProof="0" dirty="0">
                <a:latin typeface="Times New Roman" panose="02020603050405020304" pitchFamily="18" charset="0"/>
                <a:ea typeface="Times New Roman" panose="02020603050405020304" pitchFamily="18" charset="0"/>
                <a:cs typeface="+mn-cs"/>
              </a:rPr>
              <a:t> </a:t>
            </a:r>
            <a:r>
              <a:rPr kumimoji="0" lang="en-US" sz="2800" kern="1200" cap="none" spc="-10" normalizeH="0" baseline="0" noProof="0" dirty="0">
                <a:latin typeface="Times New Roman" panose="02020603050405020304" pitchFamily="18" charset="0"/>
                <a:ea typeface="Times New Roman" panose="02020603050405020304" pitchFamily="18" charset="0"/>
                <a:cs typeface="+mn-cs"/>
              </a:rPr>
              <a:t>programs</a:t>
            </a:r>
            <a:r>
              <a:rPr kumimoji="0" lang="en-US" sz="2800" kern="1200" cap="none" spc="-20" normalizeH="0" baseline="0" noProof="0" dirty="0">
                <a:latin typeface="Times New Roman" panose="02020603050405020304" pitchFamily="18" charset="0"/>
                <a:ea typeface="Times New Roman" panose="02020603050405020304" pitchFamily="18" charset="0"/>
                <a:cs typeface="+mn-cs"/>
              </a:rPr>
              <a:t> </a:t>
            </a:r>
            <a:r>
              <a:rPr kumimoji="0" lang="en-US" sz="2800" kern="1200" cap="none" spc="-10" normalizeH="0" baseline="0" noProof="0" dirty="0">
                <a:latin typeface="Times New Roman" panose="02020603050405020304" pitchFamily="18" charset="0"/>
                <a:ea typeface="Times New Roman" panose="02020603050405020304" pitchFamily="18" charset="0"/>
                <a:cs typeface="+mn-cs"/>
              </a:rPr>
              <a:t>are</a:t>
            </a:r>
            <a:r>
              <a:rPr kumimoji="0" lang="en-US" sz="2800" kern="1200" cap="none" spc="-20" normalizeH="0" baseline="0" noProof="0" dirty="0">
                <a:latin typeface="Times New Roman" panose="02020603050405020304" pitchFamily="18" charset="0"/>
                <a:ea typeface="Times New Roman" panose="02020603050405020304" pitchFamily="18" charset="0"/>
                <a:cs typeface="+mn-cs"/>
              </a:rPr>
              <a:t> </a:t>
            </a:r>
            <a:r>
              <a:rPr kumimoji="0" lang="en-US" sz="2800" kern="1200" cap="none" spc="-10" normalizeH="0" baseline="0" noProof="0" dirty="0">
                <a:latin typeface="Times New Roman" panose="02020603050405020304" pitchFamily="18" charset="0"/>
                <a:ea typeface="Times New Roman" panose="02020603050405020304" pitchFamily="18" charset="0"/>
                <a:cs typeface="+mn-cs"/>
              </a:rPr>
              <a:t>allotted</a:t>
            </a:r>
            <a:r>
              <a:rPr kumimoji="0" lang="en-US" sz="2800" kern="1200" cap="none" spc="-15" normalizeH="0" baseline="0" noProof="0" dirty="0">
                <a:latin typeface="Times New Roman" panose="02020603050405020304" pitchFamily="18" charset="0"/>
                <a:ea typeface="Times New Roman" panose="02020603050405020304" pitchFamily="18" charset="0"/>
                <a:cs typeface="+mn-cs"/>
              </a:rPr>
              <a:t> </a:t>
            </a:r>
            <a:r>
              <a:rPr kumimoji="0" lang="en-US" sz="2800" kern="1200" cap="none" spc="-10" normalizeH="0" baseline="0" noProof="0" dirty="0">
                <a:latin typeface="Times New Roman" panose="02020603050405020304" pitchFamily="18" charset="0"/>
                <a:ea typeface="Times New Roman" panose="02020603050405020304" pitchFamily="18" charset="0"/>
                <a:cs typeface="+mn-cs"/>
              </a:rPr>
              <a:t>CPU almost</a:t>
            </a:r>
            <a:r>
              <a:rPr kumimoji="0" lang="en-US" sz="2800" kern="1200" cap="none" spc="95" normalizeH="0" baseline="0" noProof="0" dirty="0">
                <a:latin typeface="Times New Roman" panose="02020603050405020304" pitchFamily="18" charset="0"/>
                <a:ea typeface="Times New Roman" panose="02020603050405020304" pitchFamily="18" charset="0"/>
                <a:cs typeface="+mn-cs"/>
              </a:rPr>
              <a:t> </a:t>
            </a:r>
            <a:r>
              <a:rPr kumimoji="0" lang="en-US" sz="2800" kern="1200" cap="none" spc="-5" normalizeH="0" baseline="0" noProof="0" dirty="0">
                <a:latin typeface="Times New Roman" panose="02020603050405020304" pitchFamily="18" charset="0"/>
                <a:ea typeface="Times New Roman" panose="02020603050405020304" pitchFamily="18" charset="0"/>
                <a:cs typeface="+mn-cs"/>
              </a:rPr>
              <a:t>simultaneously</a:t>
            </a:r>
            <a:endParaRPr kumimoji="0" lang="en-IN" kern="1200" cap="none" spc="0" normalizeH="0" baseline="0" noProof="0" dirty="0">
              <a:latin typeface="Times New Roman" panose="02020603050405020304" pitchFamily="18" charset="0"/>
              <a:ea typeface="+mn-ea"/>
              <a:cs typeface="+mn-c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151188" y="2746375"/>
            <a:ext cx="6300788" cy="2365375"/>
          </a:xfrm>
          <a:prstGeom prst="rect">
            <a:avLst/>
          </a:prstGeom>
          <a:noFill/>
        </p:spPr>
        <p:txBody>
          <a:bodyPr>
            <a:spAutoFit/>
          </a:bodyPr>
          <a:lstStyle/>
          <a:p>
            <a:pPr marL="514985" marR="0" defTabSz="914400">
              <a:spcBef>
                <a:spcPts val="685"/>
              </a:spcBef>
              <a:spcAft>
                <a:spcPts val="0"/>
              </a:spcAft>
              <a:buClrTx/>
              <a:buSzTx/>
              <a:buFontTx/>
              <a:buNone/>
              <a:defRPr/>
            </a:pPr>
            <a:r>
              <a:rPr kumimoji="0" lang="en-US" sz="2800" i="1" kern="1200" cap="none" spc="0" normalizeH="0" baseline="0" noProof="0" dirty="0">
                <a:latin typeface="Times New Roman" panose="02020603050405020304" pitchFamily="18" charset="0"/>
                <a:ea typeface="Times New Roman" panose="02020603050405020304" pitchFamily="18" charset="0"/>
                <a:cs typeface="+mn-cs"/>
              </a:rPr>
              <a:t>Disadvantages</a:t>
            </a:r>
            <a:endParaRPr kumimoji="0" lang="en-IN" sz="2400" kern="1200" cap="none" spc="0" normalizeH="0" baseline="0" noProof="0" dirty="0">
              <a:latin typeface="Times New Roman" panose="02020603050405020304" pitchFamily="18" charset="0"/>
              <a:ea typeface="Times New Roman" panose="02020603050405020304" pitchFamily="18" charset="0"/>
              <a:cs typeface="+mn-cs"/>
            </a:endParaRPr>
          </a:p>
          <a:p>
            <a:pPr marL="457200" marR="0" indent="-457200" defTabSz="914400">
              <a:spcBef>
                <a:spcPts val="685"/>
              </a:spcBef>
              <a:spcAft>
                <a:spcPts val="0"/>
              </a:spcAft>
              <a:buClrTx/>
              <a:buSzTx/>
              <a:buFont typeface="Arial" panose="020B0604020202020204" pitchFamily="34" charset="0"/>
              <a:buChar char="•"/>
              <a:tabLst>
                <a:tab pos="686435" algn="l"/>
              </a:tabLst>
              <a:defRPr/>
            </a:pPr>
            <a:r>
              <a:rPr kumimoji="0" lang="en-US" sz="2800" kern="1200" cap="none" spc="-5" normalizeH="0" baseline="0" noProof="0" dirty="0">
                <a:latin typeface="Times New Roman" panose="02020603050405020304" pitchFamily="18" charset="0"/>
                <a:ea typeface="Times New Roman" panose="02020603050405020304" pitchFamily="18" charset="0"/>
                <a:cs typeface="+mn-cs"/>
              </a:rPr>
              <a:t>CPU</a:t>
            </a:r>
            <a:r>
              <a:rPr kumimoji="0" lang="en-US" sz="2800" kern="1200" cap="none" spc="-65" normalizeH="0" baseline="0" noProof="0" dirty="0">
                <a:latin typeface="Times New Roman" panose="02020603050405020304" pitchFamily="18" charset="0"/>
                <a:ea typeface="Times New Roman" panose="02020603050405020304" pitchFamily="18" charset="0"/>
                <a:cs typeface="+mn-cs"/>
              </a:rPr>
              <a:t> </a:t>
            </a:r>
            <a:r>
              <a:rPr kumimoji="0" lang="en-US" sz="2800" kern="1200" cap="none" spc="0" normalizeH="0" baseline="0" noProof="0" dirty="0">
                <a:latin typeface="Times New Roman" panose="02020603050405020304" pitchFamily="18" charset="0"/>
                <a:ea typeface="Times New Roman" panose="02020603050405020304" pitchFamily="18" charset="0"/>
                <a:cs typeface="+mn-cs"/>
              </a:rPr>
              <a:t>scheduling</a:t>
            </a:r>
            <a:r>
              <a:rPr kumimoji="0" lang="en-US" sz="2800" kern="1200" cap="none" spc="10" normalizeH="0" baseline="0" noProof="0" dirty="0">
                <a:latin typeface="Times New Roman" panose="02020603050405020304" pitchFamily="18" charset="0"/>
                <a:ea typeface="Times New Roman" panose="02020603050405020304" pitchFamily="18" charset="0"/>
                <a:cs typeface="+mn-cs"/>
              </a:rPr>
              <a:t> </a:t>
            </a:r>
            <a:r>
              <a:rPr kumimoji="0" lang="en-US" sz="2800" kern="1200" cap="none" spc="0" normalizeH="0" baseline="0" noProof="0" dirty="0">
                <a:latin typeface="Times New Roman" panose="02020603050405020304" pitchFamily="18" charset="0"/>
                <a:ea typeface="Times New Roman" panose="02020603050405020304" pitchFamily="18" charset="0"/>
                <a:cs typeface="+mn-cs"/>
              </a:rPr>
              <a:t>is</a:t>
            </a:r>
            <a:r>
              <a:rPr kumimoji="0" lang="en-US" sz="2800" kern="1200" cap="none" spc="-75" normalizeH="0" baseline="0" noProof="0" dirty="0">
                <a:latin typeface="Times New Roman" panose="02020603050405020304" pitchFamily="18" charset="0"/>
                <a:ea typeface="Times New Roman" panose="02020603050405020304" pitchFamily="18" charset="0"/>
                <a:cs typeface="+mn-cs"/>
              </a:rPr>
              <a:t> </a:t>
            </a:r>
            <a:r>
              <a:rPr kumimoji="0" lang="en-US" sz="2800" kern="1200" cap="none" spc="0" normalizeH="0" baseline="0" noProof="0" dirty="0">
                <a:latin typeface="Times New Roman" panose="02020603050405020304" pitchFamily="18" charset="0"/>
                <a:ea typeface="Times New Roman" panose="02020603050405020304" pitchFamily="18" charset="0"/>
                <a:cs typeface="+mn-cs"/>
              </a:rPr>
              <a:t>required.</a:t>
            </a:r>
          </a:p>
          <a:p>
            <a:pPr marL="342900" marR="0" indent="-342900" defTabSz="914400">
              <a:spcBef>
                <a:spcPts val="685"/>
              </a:spcBef>
              <a:spcAft>
                <a:spcPts val="0"/>
              </a:spcAft>
              <a:buClrTx/>
              <a:buSzTx/>
              <a:buFont typeface="Arial" panose="020B0604020202020204" pitchFamily="34" charset="0"/>
              <a:buChar char="•"/>
              <a:tabLst>
                <a:tab pos="686435" algn="l"/>
              </a:tabLst>
              <a:defRPr/>
            </a:pPr>
            <a:endParaRPr kumimoji="0" lang="en-IN" sz="2400" kern="1200" cap="none" spc="0" normalizeH="0" baseline="0" noProof="0" dirty="0">
              <a:latin typeface="Times New Roman" panose="02020603050405020304" pitchFamily="18" charset="0"/>
              <a:ea typeface="Times New Roman" panose="02020603050405020304" pitchFamily="18" charset="0"/>
              <a:cs typeface="+mn-cs"/>
            </a:endParaRPr>
          </a:p>
          <a:p>
            <a:pPr marL="457200" marR="0" indent="-457200" defTabSz="914400">
              <a:buClrTx/>
              <a:buSzTx/>
              <a:buFont typeface="Arial" panose="020B0604020202020204" pitchFamily="34" charset="0"/>
              <a:buChar char="•"/>
              <a:defRPr/>
            </a:pPr>
            <a:r>
              <a:rPr kumimoji="0" lang="en-US" sz="2800" kern="1200" cap="none" spc="-10" normalizeH="0" baseline="0" noProof="0" dirty="0">
                <a:latin typeface="Times New Roman" panose="02020603050405020304" pitchFamily="18" charset="0"/>
                <a:ea typeface="Times New Roman" panose="02020603050405020304" pitchFamily="18" charset="0"/>
                <a:cs typeface="+mn-cs"/>
              </a:rPr>
              <a:t>To</a:t>
            </a:r>
            <a:r>
              <a:rPr kumimoji="0" lang="en-US" sz="2800" kern="1200" cap="none" spc="-15" normalizeH="0" baseline="0" noProof="0" dirty="0">
                <a:latin typeface="Times New Roman" panose="02020603050405020304" pitchFamily="18" charset="0"/>
                <a:ea typeface="Times New Roman" panose="02020603050405020304" pitchFamily="18" charset="0"/>
                <a:cs typeface="+mn-cs"/>
              </a:rPr>
              <a:t> </a:t>
            </a:r>
            <a:r>
              <a:rPr kumimoji="0" lang="en-US" sz="2800" kern="1200" cap="none" spc="-10" normalizeH="0" baseline="0" noProof="0" dirty="0">
                <a:latin typeface="Times New Roman" panose="02020603050405020304" pitchFamily="18" charset="0"/>
                <a:ea typeface="Times New Roman" panose="02020603050405020304" pitchFamily="18" charset="0"/>
                <a:cs typeface="+mn-cs"/>
              </a:rPr>
              <a:t>accommodate many</a:t>
            </a:r>
            <a:r>
              <a:rPr kumimoji="0" lang="en-US" sz="2800" kern="1200" cap="none" spc="-55" normalizeH="0" baseline="0" noProof="0" dirty="0">
                <a:latin typeface="Times New Roman" panose="02020603050405020304" pitchFamily="18" charset="0"/>
                <a:ea typeface="Times New Roman" panose="02020603050405020304" pitchFamily="18" charset="0"/>
                <a:cs typeface="+mn-cs"/>
              </a:rPr>
              <a:t> </a:t>
            </a:r>
            <a:r>
              <a:rPr kumimoji="0" lang="en-US" sz="2800" kern="1200" cap="none" spc="-10" normalizeH="0" baseline="0" noProof="0" dirty="0">
                <a:latin typeface="Times New Roman" panose="02020603050405020304" pitchFamily="18" charset="0"/>
                <a:ea typeface="Times New Roman" panose="02020603050405020304" pitchFamily="18" charset="0"/>
                <a:cs typeface="+mn-cs"/>
              </a:rPr>
              <a:t>jobs</a:t>
            </a:r>
            <a:r>
              <a:rPr kumimoji="0" lang="en-US" sz="2800" kern="1200" cap="none" spc="0" normalizeH="0" baseline="0" noProof="0" dirty="0">
                <a:latin typeface="Times New Roman" panose="02020603050405020304" pitchFamily="18" charset="0"/>
                <a:ea typeface="Times New Roman" panose="02020603050405020304" pitchFamily="18" charset="0"/>
                <a:cs typeface="+mn-cs"/>
              </a:rPr>
              <a:t> </a:t>
            </a:r>
            <a:r>
              <a:rPr kumimoji="0" lang="en-US" sz="2800" kern="1200" cap="none" spc="-5" normalizeH="0" baseline="0" noProof="0" dirty="0">
                <a:latin typeface="Times New Roman" panose="02020603050405020304" pitchFamily="18" charset="0"/>
                <a:ea typeface="Times New Roman" panose="02020603050405020304" pitchFamily="18" charset="0"/>
                <a:cs typeface="+mn-cs"/>
              </a:rPr>
              <a:t>in</a:t>
            </a:r>
            <a:r>
              <a:rPr kumimoji="0" lang="en-US" sz="2800" kern="1200" cap="none" spc="-40" normalizeH="0" baseline="0" noProof="0" dirty="0">
                <a:latin typeface="Times New Roman" panose="02020603050405020304" pitchFamily="18" charset="0"/>
                <a:ea typeface="Times New Roman" panose="02020603050405020304" pitchFamily="18" charset="0"/>
                <a:cs typeface="+mn-cs"/>
              </a:rPr>
              <a:t> </a:t>
            </a:r>
            <a:r>
              <a:rPr kumimoji="0" lang="en-US" sz="2800" kern="1200" cap="none" spc="-5" normalizeH="0" baseline="0" noProof="0" dirty="0">
                <a:latin typeface="Times New Roman" panose="02020603050405020304" pitchFamily="18" charset="0"/>
                <a:ea typeface="Times New Roman" panose="02020603050405020304" pitchFamily="18" charset="0"/>
                <a:cs typeface="+mn-cs"/>
              </a:rPr>
              <a:t>memory,</a:t>
            </a:r>
            <a:r>
              <a:rPr kumimoji="0" lang="en-US" sz="2800" kern="1200" cap="none" spc="80" normalizeH="0" baseline="0" noProof="0" dirty="0">
                <a:latin typeface="Times New Roman" panose="02020603050405020304" pitchFamily="18" charset="0"/>
                <a:ea typeface="Times New Roman" panose="02020603050405020304" pitchFamily="18" charset="0"/>
                <a:cs typeface="+mn-cs"/>
              </a:rPr>
              <a:t> </a:t>
            </a:r>
            <a:r>
              <a:rPr kumimoji="0" lang="en-US" sz="2800" kern="1200" cap="none" spc="-5" normalizeH="0" baseline="0" noProof="0" dirty="0">
                <a:latin typeface="Times New Roman" panose="02020603050405020304" pitchFamily="18" charset="0"/>
                <a:ea typeface="Times New Roman" panose="02020603050405020304" pitchFamily="18" charset="0"/>
                <a:cs typeface="+mn-cs"/>
              </a:rPr>
              <a:t>memory</a:t>
            </a:r>
            <a:r>
              <a:rPr kumimoji="0" lang="en-US" sz="2800" kern="1200" cap="none" spc="-80" normalizeH="0" baseline="0" noProof="0" dirty="0">
                <a:latin typeface="Times New Roman" panose="02020603050405020304" pitchFamily="18" charset="0"/>
                <a:ea typeface="Times New Roman" panose="02020603050405020304" pitchFamily="18" charset="0"/>
                <a:cs typeface="+mn-cs"/>
              </a:rPr>
              <a:t> </a:t>
            </a:r>
            <a:r>
              <a:rPr kumimoji="0" lang="en-US" sz="2800" kern="1200" cap="none" spc="-5" normalizeH="0" baseline="0" noProof="0" dirty="0">
                <a:latin typeface="Times New Roman" panose="02020603050405020304" pitchFamily="18" charset="0"/>
                <a:ea typeface="Times New Roman" panose="02020603050405020304" pitchFamily="18" charset="0"/>
                <a:cs typeface="+mn-cs"/>
              </a:rPr>
              <a:t>management</a:t>
            </a:r>
            <a:r>
              <a:rPr kumimoji="0" lang="en-US" sz="2800" kern="1200" cap="none" spc="120" normalizeH="0" baseline="0" noProof="0" dirty="0">
                <a:latin typeface="Times New Roman" panose="02020603050405020304" pitchFamily="18" charset="0"/>
                <a:ea typeface="Times New Roman" panose="02020603050405020304" pitchFamily="18" charset="0"/>
                <a:cs typeface="+mn-cs"/>
              </a:rPr>
              <a:t> </a:t>
            </a:r>
            <a:r>
              <a:rPr kumimoji="0" lang="en-US" sz="2800" kern="1200" cap="none" spc="-5" normalizeH="0" baseline="0" noProof="0" dirty="0">
                <a:latin typeface="Times New Roman" panose="02020603050405020304" pitchFamily="18" charset="0"/>
                <a:ea typeface="Times New Roman" panose="02020603050405020304" pitchFamily="18" charset="0"/>
                <a:cs typeface="+mn-cs"/>
              </a:rPr>
              <a:t>is</a:t>
            </a:r>
            <a:r>
              <a:rPr kumimoji="0" lang="en-US" sz="2800" kern="1200" cap="none" spc="-75" normalizeH="0" baseline="0" noProof="0" dirty="0">
                <a:latin typeface="Times New Roman" panose="02020603050405020304" pitchFamily="18" charset="0"/>
                <a:ea typeface="Times New Roman" panose="02020603050405020304" pitchFamily="18" charset="0"/>
                <a:cs typeface="+mn-cs"/>
              </a:rPr>
              <a:t> </a:t>
            </a:r>
            <a:r>
              <a:rPr kumimoji="0" lang="en-US" sz="2800" kern="1200" cap="none" spc="-5" normalizeH="0" baseline="0" noProof="0" dirty="0">
                <a:latin typeface="Times New Roman" panose="02020603050405020304" pitchFamily="18" charset="0"/>
                <a:ea typeface="Times New Roman" panose="02020603050405020304" pitchFamily="18" charset="0"/>
                <a:cs typeface="+mn-cs"/>
              </a:rPr>
              <a:t>required</a:t>
            </a:r>
            <a:endParaRPr kumimoji="0" lang="en-IN" kern="1200" cap="none" spc="0" normalizeH="0" baseline="0" noProof="0" dirty="0">
              <a:latin typeface="Times New Roman" panose="02020603050405020304" pitchFamily="18" charset="0"/>
              <a:ea typeface="+mn-ea"/>
              <a:cs typeface="+mn-c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
          <p:cNvSpPr/>
          <p:nvPr/>
        </p:nvSpPr>
        <p:spPr>
          <a:xfrm>
            <a:off x="2614613" y="2568575"/>
            <a:ext cx="8778875" cy="4662488"/>
          </a:xfrm>
          <a:prstGeom prst="rect">
            <a:avLst/>
          </a:prstGeom>
          <a:noFill/>
          <a:ln w="9525">
            <a:noFill/>
          </a:ln>
        </p:spPr>
        <p:txBody>
          <a:bodyPr>
            <a:spAutoFit/>
          </a:bodyPr>
          <a:lstStyle/>
          <a:p>
            <a:r>
              <a:rPr dirty="0">
                <a:latin typeface="Times New Roman" panose="02020603050405020304" pitchFamily="18" charset="0"/>
              </a:rPr>
              <a:t>Time Sharing Operating System</a:t>
            </a:r>
          </a:p>
          <a:p>
            <a:endParaRPr dirty="0">
              <a:latin typeface="Times New Roman" panose="02020603050405020304" pitchFamily="18" charset="0"/>
            </a:endParaRPr>
          </a:p>
          <a:p>
            <a:pPr>
              <a:buFont typeface="Arial" panose="020B0604020202020204" pitchFamily="34" charset="0"/>
              <a:buChar char="•"/>
            </a:pPr>
            <a:r>
              <a:rPr dirty="0">
                <a:latin typeface="Times New Roman" panose="02020603050405020304" pitchFamily="18" charset="0"/>
              </a:rPr>
              <a:t>In the time-sharing environment, we decide a time that is called time quantum and when the process starts its execution then the execution continues for only that amount of time and after that, other processes will be given chance for that amount of time only. </a:t>
            </a:r>
          </a:p>
          <a:p>
            <a:pPr>
              <a:buFont typeface="Arial" panose="020B0604020202020204" pitchFamily="34" charset="0"/>
              <a:buChar char="•"/>
            </a:pPr>
            <a:endParaRPr dirty="0">
              <a:latin typeface="Times New Roman" panose="02020603050405020304" pitchFamily="18" charset="0"/>
            </a:endParaRPr>
          </a:p>
          <a:p>
            <a:pPr>
              <a:buFont typeface="Arial" panose="020B0604020202020204" pitchFamily="34" charset="0"/>
              <a:buChar char="•"/>
            </a:pPr>
            <a:r>
              <a:rPr dirty="0">
                <a:latin typeface="Times New Roman" panose="02020603050405020304" pitchFamily="18" charset="0"/>
              </a:rPr>
              <a:t>In the next cycle, the first process will again come for its execution and it will be executed for that time quantum only and again next process will come. This process will continue.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530" name="docshapegroup16"/>
          <p:cNvGrpSpPr/>
          <p:nvPr/>
        </p:nvGrpSpPr>
        <p:grpSpPr>
          <a:xfrm>
            <a:off x="-1171575" y="2509838"/>
            <a:ext cx="9575800" cy="7650162"/>
            <a:chOff x="4186" y="1981"/>
            <a:chExt cx="15905" cy="12669"/>
          </a:xfrm>
        </p:grpSpPr>
        <p:pic>
          <p:nvPicPr>
            <p:cNvPr id="22531" name="docshape18"/>
            <p:cNvPicPr>
              <a:picLocks noChangeAspect="1"/>
            </p:cNvPicPr>
            <p:nvPr/>
          </p:nvPicPr>
          <p:blipFill>
            <a:blip r:embed="rId2" cstate="print"/>
            <a:stretch>
              <a:fillRect/>
            </a:stretch>
          </p:blipFill>
          <p:spPr>
            <a:xfrm>
              <a:off x="12134" y="1981"/>
              <a:ext cx="7957" cy="3944"/>
            </a:xfrm>
            <a:prstGeom prst="rect">
              <a:avLst/>
            </a:prstGeom>
            <a:noFill/>
            <a:ln w="9525">
              <a:noFill/>
            </a:ln>
          </p:spPr>
        </p:pic>
        <p:pic>
          <p:nvPicPr>
            <p:cNvPr id="22532" name="docshape19"/>
            <p:cNvPicPr>
              <a:picLocks noChangeAspect="1"/>
            </p:cNvPicPr>
            <p:nvPr/>
          </p:nvPicPr>
          <p:blipFill>
            <a:blip r:embed="rId3" cstate="print"/>
            <a:stretch>
              <a:fillRect/>
            </a:stretch>
          </p:blipFill>
          <p:spPr>
            <a:xfrm>
              <a:off x="4186" y="11770"/>
              <a:ext cx="5253" cy="2880"/>
            </a:xfrm>
            <a:prstGeom prst="rect">
              <a:avLst/>
            </a:prstGeom>
            <a:noFill/>
            <a:ln w="9525">
              <a:noFill/>
            </a:ln>
          </p:spPr>
        </p:pic>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1"/>
          <p:cNvSpPr/>
          <p:nvPr/>
        </p:nvSpPr>
        <p:spPr>
          <a:xfrm>
            <a:off x="1262063" y="1762125"/>
            <a:ext cx="9725025" cy="2586038"/>
          </a:xfrm>
          <a:prstGeom prst="rect">
            <a:avLst/>
          </a:prstGeom>
          <a:noFill/>
          <a:ln w="9525">
            <a:noFill/>
          </a:ln>
        </p:spPr>
        <p:txBody>
          <a:bodyPr anchor="ctr" anchorCtr="0">
            <a:spAutoFit/>
          </a:bodyPr>
          <a:lstStyle/>
          <a:p>
            <a:pPr defTabSz="914400">
              <a:tabLst>
                <a:tab pos="744855" algn="l"/>
              </a:tabLst>
            </a:pPr>
            <a:r>
              <a:rPr dirty="0">
                <a:latin typeface="Times New Roman" panose="02020603050405020304" pitchFamily="18" charset="0"/>
              </a:rPr>
              <a:t>Advantages:</a:t>
            </a:r>
          </a:p>
          <a:p>
            <a:pPr defTabSz="914400">
              <a:buChar char="•"/>
              <a:tabLst>
                <a:tab pos="744855" algn="l"/>
              </a:tabLst>
            </a:pPr>
            <a:r>
              <a:rPr dirty="0">
                <a:latin typeface="Times New Roman" panose="02020603050405020304" pitchFamily="18" charset="0"/>
              </a:rPr>
              <a:t>Since equal time quantum is given to each process, so each process gets equal opportunity to execute.</a:t>
            </a:r>
          </a:p>
          <a:p>
            <a:pPr defTabSz="914400">
              <a:buChar char="•"/>
              <a:tabLst>
                <a:tab pos="744855" algn="l"/>
              </a:tabLst>
            </a:pPr>
            <a:endParaRPr dirty="0">
              <a:latin typeface="Times New Roman" panose="02020603050405020304" pitchFamily="18" charset="0"/>
            </a:endParaRPr>
          </a:p>
          <a:p>
            <a:pPr defTabSz="914400">
              <a:buChar char="•"/>
              <a:tabLst>
                <a:tab pos="744855" algn="l"/>
              </a:tabLst>
            </a:pPr>
            <a:r>
              <a:rPr dirty="0">
                <a:latin typeface="Times New Roman" panose="02020603050405020304" pitchFamily="18" charset="0"/>
              </a:rPr>
              <a:t>The CPU will be busy in most of the cases and this is good to have case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1"/>
          <p:cNvSpPr/>
          <p:nvPr/>
        </p:nvSpPr>
        <p:spPr>
          <a:xfrm>
            <a:off x="1481138" y="1741488"/>
            <a:ext cx="8232775" cy="2170112"/>
          </a:xfrm>
          <a:prstGeom prst="rect">
            <a:avLst/>
          </a:prstGeom>
          <a:noFill/>
          <a:ln w="9525">
            <a:noFill/>
          </a:ln>
        </p:spPr>
        <p:txBody>
          <a:bodyPr anchor="ctr" anchorCtr="0">
            <a:spAutoFit/>
          </a:bodyPr>
          <a:lstStyle/>
          <a:p>
            <a:r>
              <a:rPr dirty="0">
                <a:latin typeface="Times New Roman" panose="02020603050405020304" pitchFamily="18" charset="0"/>
              </a:rPr>
              <a:t>Disadvantages:</a:t>
            </a:r>
          </a:p>
          <a:p>
            <a:r>
              <a:rPr dirty="0">
                <a:latin typeface="Times New Roman" panose="02020603050405020304" pitchFamily="18" charset="0"/>
              </a:rPr>
              <a:t>Process having higher priority will not get the chance to be executed first because the equal opportunity is given to each process </a:t>
            </a:r>
          </a:p>
          <a:p>
            <a:endParaRPr dirty="0">
              <a:latin typeface="Times New Roman" panose="020206030504050203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
          <p:cNvSpPr/>
          <p:nvPr/>
        </p:nvSpPr>
        <p:spPr>
          <a:xfrm>
            <a:off x="1239838" y="1997075"/>
            <a:ext cx="3213100" cy="508000"/>
          </a:xfrm>
          <a:prstGeom prst="rect">
            <a:avLst/>
          </a:prstGeom>
          <a:noFill/>
          <a:ln w="9525">
            <a:noFill/>
          </a:ln>
        </p:spPr>
        <p:txBody>
          <a:bodyPr wrap="none">
            <a:spAutoFit/>
          </a:bodyPr>
          <a:lstStyle/>
          <a:p>
            <a:r>
              <a:rPr b="1" dirty="0">
                <a:latin typeface="Times New Roman" panose="02020603050405020304" pitchFamily="18" charset="0"/>
              </a:rPr>
              <a:t>Personal Computers</a:t>
            </a:r>
            <a:endParaRPr dirty="0">
              <a:latin typeface="Times New Roman" panose="02020603050405020304" pitchFamily="18" charset="0"/>
            </a:endParaRPr>
          </a:p>
        </p:txBody>
      </p:sp>
      <p:sp>
        <p:nvSpPr>
          <p:cNvPr id="25603" name="Rectangle 2"/>
          <p:cNvSpPr/>
          <p:nvPr/>
        </p:nvSpPr>
        <p:spPr>
          <a:xfrm>
            <a:off x="1712913" y="2516188"/>
            <a:ext cx="9375775" cy="2168525"/>
          </a:xfrm>
          <a:prstGeom prst="rect">
            <a:avLst/>
          </a:prstGeom>
          <a:noFill/>
          <a:ln w="9525">
            <a:noFill/>
          </a:ln>
        </p:spPr>
        <p:txBody>
          <a:bodyPr>
            <a:spAutoFit/>
          </a:bodyPr>
          <a:lstStyle/>
          <a:p>
            <a:pPr>
              <a:buFont typeface="Arial" panose="020B0604020202020204" pitchFamily="34" charset="0"/>
              <a:buChar char="•"/>
            </a:pPr>
            <a:r>
              <a:rPr dirty="0">
                <a:latin typeface="Times New Roman" panose="02020603050405020304" pitchFamily="18" charset="0"/>
              </a:rPr>
              <a:t>Personal computer operating system provides a good interface to a single user.</a:t>
            </a:r>
          </a:p>
          <a:p>
            <a:pPr>
              <a:buFont typeface="Arial" panose="020B0604020202020204" pitchFamily="34" charset="0"/>
              <a:buChar char="•"/>
            </a:pPr>
            <a:r>
              <a:rPr dirty="0">
                <a:latin typeface="Times New Roman" panose="02020603050405020304" pitchFamily="18" charset="0"/>
              </a:rPr>
              <a:t>Personal computer operating systems are widely used for word processing, spreadsheets and Internet access.</a:t>
            </a:r>
          </a:p>
          <a:p>
            <a:pPr>
              <a:buFont typeface="Arial" panose="020B0604020202020204" pitchFamily="34" charset="0"/>
              <a:buChar char="•"/>
            </a:pPr>
            <a:endParaRPr dirty="0">
              <a:latin typeface="Times New Roman" panose="02020603050405020304" pitchFamily="18" charset="0"/>
            </a:endParaRPr>
          </a:p>
        </p:txBody>
      </p:sp>
      <p:sp>
        <p:nvSpPr>
          <p:cNvPr id="25604" name="Rectangle 4"/>
          <p:cNvSpPr/>
          <p:nvPr/>
        </p:nvSpPr>
        <p:spPr>
          <a:xfrm>
            <a:off x="1568450" y="4300538"/>
            <a:ext cx="9782175" cy="2586037"/>
          </a:xfrm>
          <a:prstGeom prst="rect">
            <a:avLst/>
          </a:prstGeom>
          <a:noFill/>
          <a:ln w="9525">
            <a:noFill/>
          </a:ln>
        </p:spPr>
        <p:txBody>
          <a:bodyPr>
            <a:spAutoFit/>
          </a:bodyPr>
          <a:lstStyle/>
          <a:p>
            <a:pPr>
              <a:buFont typeface="Arial" panose="020B0604020202020204" pitchFamily="34" charset="0"/>
              <a:buChar char="•"/>
            </a:pPr>
            <a:r>
              <a:rPr dirty="0">
                <a:latin typeface="Times New Roman" panose="02020603050405020304" pitchFamily="18" charset="0"/>
              </a:rPr>
              <a:t>Personal computer operating system are made only for personal.</a:t>
            </a:r>
          </a:p>
          <a:p>
            <a:pPr>
              <a:buFont typeface="Arial" panose="020B0604020202020204" pitchFamily="34" charset="0"/>
              <a:buChar char="•"/>
            </a:pPr>
            <a:endParaRPr dirty="0">
              <a:latin typeface="Times New Roman" panose="02020603050405020304" pitchFamily="18" charset="0"/>
            </a:endParaRPr>
          </a:p>
          <a:p>
            <a:pPr>
              <a:buFont typeface="Arial" panose="020B0604020202020204" pitchFamily="34" charset="0"/>
              <a:buChar char="•"/>
            </a:pPr>
            <a:r>
              <a:rPr dirty="0">
                <a:latin typeface="Times New Roman" panose="02020603050405020304" pitchFamily="18" charset="0"/>
              </a:rPr>
              <a:t>You can say that your laptops, computer systems, tablets etc. are your personal computers and the operating system such as windows 7, windows 10, android, etc. are your personal computer operating system.</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626" name="docshapegroup16"/>
          <p:cNvGrpSpPr/>
          <p:nvPr/>
        </p:nvGrpSpPr>
        <p:grpSpPr>
          <a:xfrm>
            <a:off x="846138" y="2147888"/>
            <a:ext cx="9153525" cy="5053012"/>
            <a:chOff x="480" y="480"/>
            <a:chExt cx="11284" cy="14884"/>
          </a:xfrm>
        </p:grpSpPr>
        <p:sp>
          <p:nvSpPr>
            <p:cNvPr id="26627" name="docshape17"/>
            <p:cNvSpPr/>
            <p:nvPr/>
          </p:nvSpPr>
          <p:spPr>
            <a:xfrm>
              <a:off x="480" y="480"/>
              <a:ext cx="11284" cy="14884"/>
            </a:xfrm>
            <a:custGeom>
              <a:avLst/>
              <a:gdLst>
                <a:gd name="txL" fmla="*/ 0 w 11284"/>
                <a:gd name="txT" fmla="*/ 0 h 14884"/>
                <a:gd name="txR" fmla="*/ 11284 w 11284"/>
                <a:gd name="txB" fmla="*/ 14884 h 14884"/>
              </a:gdLst>
              <a:ahLst/>
              <a:cxnLst>
                <a:cxn ang="0">
                  <a:pos x="11256" y="72"/>
                </a:cxn>
                <a:cxn ang="0">
                  <a:pos x="11198" y="72"/>
                </a:cxn>
                <a:cxn ang="0">
                  <a:pos x="11198" y="86"/>
                </a:cxn>
                <a:cxn ang="0">
                  <a:pos x="11198" y="14798"/>
                </a:cxn>
                <a:cxn ang="0">
                  <a:pos x="86" y="14798"/>
                </a:cxn>
                <a:cxn ang="0">
                  <a:pos x="86" y="86"/>
                </a:cxn>
                <a:cxn ang="0">
                  <a:pos x="11198" y="86"/>
                </a:cxn>
                <a:cxn ang="0">
                  <a:pos x="11198" y="72"/>
                </a:cxn>
                <a:cxn ang="0">
                  <a:pos x="72" y="72"/>
                </a:cxn>
                <a:cxn ang="0">
                  <a:pos x="72" y="86"/>
                </a:cxn>
                <a:cxn ang="0">
                  <a:pos x="72" y="14798"/>
                </a:cxn>
                <a:cxn ang="0">
                  <a:pos x="72" y="14856"/>
                </a:cxn>
                <a:cxn ang="0">
                  <a:pos x="11256" y="14856"/>
                </a:cxn>
                <a:cxn ang="0">
                  <a:pos x="11256" y="14798"/>
                </a:cxn>
                <a:cxn ang="0">
                  <a:pos x="11256" y="72"/>
                </a:cxn>
                <a:cxn ang="0">
                  <a:pos x="11284" y="0"/>
                </a:cxn>
                <a:cxn ang="0">
                  <a:pos x="11270" y="0"/>
                </a:cxn>
                <a:cxn ang="0">
                  <a:pos x="11270" y="58"/>
                </a:cxn>
                <a:cxn ang="0">
                  <a:pos x="11270" y="14870"/>
                </a:cxn>
                <a:cxn ang="0">
                  <a:pos x="58" y="14870"/>
                </a:cxn>
                <a:cxn ang="0">
                  <a:pos x="58" y="58"/>
                </a:cxn>
                <a:cxn ang="0">
                  <a:pos x="11270" y="58"/>
                </a:cxn>
                <a:cxn ang="0">
                  <a:pos x="11270" y="0"/>
                </a:cxn>
                <a:cxn ang="0">
                  <a:pos x="0" y="0"/>
                </a:cxn>
                <a:cxn ang="0">
                  <a:pos x="0" y="58"/>
                </a:cxn>
                <a:cxn ang="0">
                  <a:pos x="0" y="14870"/>
                </a:cxn>
                <a:cxn ang="0">
                  <a:pos x="0" y="14884"/>
                </a:cxn>
                <a:cxn ang="0">
                  <a:pos x="11284" y="14884"/>
                </a:cxn>
                <a:cxn ang="0">
                  <a:pos x="11284" y="14870"/>
                </a:cxn>
                <a:cxn ang="0">
                  <a:pos x="11284" y="0"/>
                </a:cxn>
              </a:cxnLst>
              <a:rect l="txL" t="txT" r="txR" b="txB"/>
              <a:pathLst>
                <a:path w="11284" h="14884">
                  <a:moveTo>
                    <a:pt x="11256" y="72"/>
                  </a:moveTo>
                  <a:lnTo>
                    <a:pt x="11198" y="72"/>
                  </a:lnTo>
                  <a:lnTo>
                    <a:pt x="11198" y="86"/>
                  </a:lnTo>
                  <a:lnTo>
                    <a:pt x="11198" y="14798"/>
                  </a:lnTo>
                  <a:lnTo>
                    <a:pt x="86" y="14798"/>
                  </a:lnTo>
                  <a:lnTo>
                    <a:pt x="86" y="86"/>
                  </a:lnTo>
                  <a:lnTo>
                    <a:pt x="11198" y="86"/>
                  </a:lnTo>
                  <a:lnTo>
                    <a:pt x="11198" y="72"/>
                  </a:lnTo>
                  <a:lnTo>
                    <a:pt x="72" y="72"/>
                  </a:lnTo>
                  <a:lnTo>
                    <a:pt x="72" y="86"/>
                  </a:lnTo>
                  <a:lnTo>
                    <a:pt x="72" y="14798"/>
                  </a:lnTo>
                  <a:lnTo>
                    <a:pt x="72" y="14856"/>
                  </a:lnTo>
                  <a:lnTo>
                    <a:pt x="11256" y="14856"/>
                  </a:lnTo>
                  <a:lnTo>
                    <a:pt x="11256" y="14798"/>
                  </a:lnTo>
                  <a:lnTo>
                    <a:pt x="11256" y="72"/>
                  </a:lnTo>
                  <a:close/>
                  <a:moveTo>
                    <a:pt x="11284" y="0"/>
                  </a:moveTo>
                  <a:lnTo>
                    <a:pt x="11270" y="0"/>
                  </a:lnTo>
                  <a:lnTo>
                    <a:pt x="11270" y="58"/>
                  </a:lnTo>
                  <a:lnTo>
                    <a:pt x="11270" y="14870"/>
                  </a:lnTo>
                  <a:lnTo>
                    <a:pt x="58" y="14870"/>
                  </a:lnTo>
                  <a:lnTo>
                    <a:pt x="58" y="58"/>
                  </a:lnTo>
                  <a:lnTo>
                    <a:pt x="11270" y="58"/>
                  </a:lnTo>
                  <a:lnTo>
                    <a:pt x="11270" y="0"/>
                  </a:lnTo>
                  <a:lnTo>
                    <a:pt x="0" y="0"/>
                  </a:lnTo>
                  <a:lnTo>
                    <a:pt x="0" y="58"/>
                  </a:lnTo>
                  <a:lnTo>
                    <a:pt x="0" y="14870"/>
                  </a:lnTo>
                  <a:lnTo>
                    <a:pt x="0" y="14884"/>
                  </a:lnTo>
                  <a:lnTo>
                    <a:pt x="11284" y="14884"/>
                  </a:lnTo>
                  <a:lnTo>
                    <a:pt x="11284" y="14870"/>
                  </a:lnTo>
                  <a:lnTo>
                    <a:pt x="11284" y="0"/>
                  </a:lnTo>
                  <a:close/>
                </a:path>
              </a:pathLst>
            </a:custGeom>
            <a:solidFill>
              <a:srgbClr val="000000">
                <a:alpha val="100000"/>
              </a:srgbClr>
            </a:solidFill>
            <a:ln w="9525">
              <a:noFill/>
            </a:ln>
          </p:spPr>
          <p:txBody>
            <a:bodyPr/>
            <a:lstStyle/>
            <a:p>
              <a:endParaRPr lang="en-US"/>
            </a:p>
          </p:txBody>
        </p:sp>
        <p:pic>
          <p:nvPicPr>
            <p:cNvPr id="26628" name="docshape19"/>
            <p:cNvPicPr>
              <a:picLocks noChangeAspect="1"/>
            </p:cNvPicPr>
            <p:nvPr/>
          </p:nvPicPr>
          <p:blipFill>
            <a:blip r:embed="rId2" cstate="print"/>
            <a:stretch>
              <a:fillRect/>
            </a:stretch>
          </p:blipFill>
          <p:spPr>
            <a:xfrm>
              <a:off x="4186" y="2360"/>
              <a:ext cx="5253" cy="12290"/>
            </a:xfrm>
            <a:prstGeom prst="rect">
              <a:avLst/>
            </a:prstGeom>
            <a:noFill/>
            <a:ln w="9525">
              <a:noFill/>
            </a:ln>
          </p:spPr>
        </p:pic>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1"/>
          <p:cNvSpPr/>
          <p:nvPr/>
        </p:nvSpPr>
        <p:spPr>
          <a:xfrm>
            <a:off x="1262063" y="2073275"/>
            <a:ext cx="2679700" cy="461963"/>
          </a:xfrm>
          <a:prstGeom prst="rect">
            <a:avLst/>
          </a:prstGeom>
          <a:noFill/>
          <a:ln w="9525">
            <a:noFill/>
          </a:ln>
        </p:spPr>
        <p:txBody>
          <a:bodyPr wrap="none" anchor="ctr" anchorCtr="0">
            <a:spAutoFit/>
          </a:bodyPr>
          <a:lstStyle/>
          <a:p>
            <a:r>
              <a:rPr sz="2400" b="1" dirty="0">
                <a:solidFill>
                  <a:srgbClr val="333333"/>
                </a:solidFill>
                <a:latin typeface="Times New Roman" panose="02020603050405020304" pitchFamily="18" charset="0"/>
                <a:cs typeface="Times New Roman" panose="02020603050405020304" pitchFamily="18" charset="0"/>
              </a:rPr>
              <a:t>Parallel Processing</a:t>
            </a:r>
            <a:endParaRPr sz="2400" dirty="0">
              <a:latin typeface="Times New Roman" panose="02020603050405020304" pitchFamily="18" charset="0"/>
            </a:endParaRPr>
          </a:p>
        </p:txBody>
      </p:sp>
      <p:sp>
        <p:nvSpPr>
          <p:cNvPr id="27651" name="Rectangle 11"/>
          <p:cNvSpPr/>
          <p:nvPr/>
        </p:nvSpPr>
        <p:spPr>
          <a:xfrm>
            <a:off x="0" y="-1587"/>
            <a:ext cx="184150" cy="460375"/>
          </a:xfrm>
          <a:prstGeom prst="rect">
            <a:avLst/>
          </a:prstGeom>
          <a:noFill/>
          <a:ln w="9525">
            <a:noFill/>
          </a:ln>
        </p:spPr>
        <p:txBody>
          <a:bodyPr wrap="none" anchor="ctr" anchorCtr="0">
            <a:spAutoFit/>
          </a:bodyPr>
          <a:lstStyle/>
          <a:p>
            <a:endParaRPr sz="2400" dirty="0">
              <a:latin typeface="Times New Roman" panose="02020603050405020304" pitchFamily="18" charset="0"/>
            </a:endParaRPr>
          </a:p>
        </p:txBody>
      </p:sp>
      <p:sp>
        <p:nvSpPr>
          <p:cNvPr id="27652" name="Rectangle 12"/>
          <p:cNvSpPr/>
          <p:nvPr/>
        </p:nvSpPr>
        <p:spPr>
          <a:xfrm>
            <a:off x="901700" y="2480628"/>
            <a:ext cx="12601575" cy="1322070"/>
          </a:xfrm>
          <a:prstGeom prst="rect">
            <a:avLst/>
          </a:prstGeom>
          <a:noFill/>
          <a:ln w="9525">
            <a:noFill/>
          </a:ln>
        </p:spPr>
        <p:txBody>
          <a:bodyPr anchor="ctr" anchorCtr="0">
            <a:spAutoFit/>
          </a:bodyPr>
          <a:lstStyle/>
          <a:p>
            <a:pPr algn="just"/>
            <a:r>
              <a:rPr sz="2000" dirty="0">
                <a:solidFill>
                  <a:srgbClr val="1F1F1F"/>
                </a:solidFill>
                <a:latin typeface="Times New Roman" panose="02020603050405020304" pitchFamily="18" charset="0"/>
                <a:cs typeface="Times New Roman" panose="02020603050405020304" pitchFamily="18" charset="0"/>
              </a:rPr>
              <a:t>Parallel processing requires multiple processors and all the processor works simultaneously in the system.</a:t>
            </a:r>
          </a:p>
          <a:p>
            <a:pPr algn="just"/>
            <a:r>
              <a:rPr sz="2000" dirty="0">
                <a:solidFill>
                  <a:srgbClr val="1F1F1F"/>
                </a:solidFill>
                <a:latin typeface="Times New Roman" panose="02020603050405020304" pitchFamily="18" charset="0"/>
                <a:cs typeface="Times New Roman" panose="02020603050405020304" pitchFamily="18" charset="0"/>
              </a:rPr>
              <a:t> Here, the task is divided into subparts and these subparts are then distributed among the available</a:t>
            </a:r>
          </a:p>
          <a:p>
            <a:pPr algn="just"/>
            <a:r>
              <a:rPr sz="2000" dirty="0">
                <a:solidFill>
                  <a:srgbClr val="1F1F1F"/>
                </a:solidFill>
                <a:latin typeface="Times New Roman" panose="02020603050405020304" pitchFamily="18" charset="0"/>
                <a:cs typeface="Times New Roman" panose="02020603050405020304" pitchFamily="18" charset="0"/>
              </a:rPr>
              <a:t> processors in the system.</a:t>
            </a:r>
          </a:p>
          <a:p>
            <a:pPr algn="just"/>
            <a:r>
              <a:rPr sz="2000" dirty="0">
                <a:solidFill>
                  <a:srgbClr val="1F1F1F"/>
                </a:solidFill>
                <a:latin typeface="Times New Roman" panose="02020603050405020304" pitchFamily="18" charset="0"/>
                <a:cs typeface="Times New Roman" panose="02020603050405020304" pitchFamily="18" charset="0"/>
              </a:rPr>
              <a:t> Parallel processing completes the job on the shortest possible time.</a:t>
            </a:r>
            <a:endParaRPr sz="2000" dirty="0">
              <a:latin typeface="Times New Roman" panose="02020603050405020304" pitchFamily="18" charset="0"/>
            </a:endParaRPr>
          </a:p>
        </p:txBody>
      </p:sp>
      <p:sp>
        <p:nvSpPr>
          <p:cNvPr id="27653" name="Rectangle 15"/>
          <p:cNvSpPr/>
          <p:nvPr/>
        </p:nvSpPr>
        <p:spPr>
          <a:xfrm>
            <a:off x="1466850" y="3759200"/>
            <a:ext cx="9463088" cy="708025"/>
          </a:xfrm>
          <a:prstGeom prst="rect">
            <a:avLst/>
          </a:prstGeom>
          <a:noFill/>
          <a:ln w="9525">
            <a:noFill/>
          </a:ln>
        </p:spPr>
        <p:txBody>
          <a:bodyPr>
            <a:spAutoFit/>
          </a:bodyPr>
          <a:lstStyle/>
          <a:p>
            <a:r>
              <a:rPr sz="2000" dirty="0">
                <a:latin typeface="Times New Roman" panose="02020603050405020304" pitchFamily="18" charset="0"/>
              </a:rPr>
              <a:t>All the processors in the parallel processing environment should run on the same operating system. </a:t>
            </a:r>
          </a:p>
        </p:txBody>
      </p:sp>
      <p:sp>
        <p:nvSpPr>
          <p:cNvPr id="27654" name="Rectangle 16"/>
          <p:cNvSpPr/>
          <p:nvPr/>
        </p:nvSpPr>
        <p:spPr>
          <a:xfrm>
            <a:off x="1539875" y="4619625"/>
            <a:ext cx="9331325" cy="400050"/>
          </a:xfrm>
          <a:prstGeom prst="rect">
            <a:avLst/>
          </a:prstGeom>
          <a:noFill/>
          <a:ln w="9525">
            <a:noFill/>
          </a:ln>
        </p:spPr>
        <p:txBody>
          <a:bodyPr>
            <a:spAutoFit/>
          </a:bodyPr>
          <a:lstStyle/>
          <a:p>
            <a:r>
              <a:rPr sz="2000" dirty="0">
                <a:latin typeface="Times New Roman" panose="02020603050405020304" pitchFamily="18" charset="0"/>
              </a:rPr>
              <a:t>All processors here are tightly coupled and are packed in one casing</a:t>
            </a:r>
          </a:p>
        </p:txBody>
      </p:sp>
      <p:sp>
        <p:nvSpPr>
          <p:cNvPr id="27655" name="Rectangle 17"/>
          <p:cNvSpPr/>
          <p:nvPr/>
        </p:nvSpPr>
        <p:spPr>
          <a:xfrm>
            <a:off x="1685925" y="5160963"/>
            <a:ext cx="9228138" cy="1016000"/>
          </a:xfrm>
          <a:prstGeom prst="rect">
            <a:avLst/>
          </a:prstGeom>
          <a:noFill/>
          <a:ln w="9525">
            <a:noFill/>
          </a:ln>
        </p:spPr>
        <p:txBody>
          <a:bodyPr>
            <a:spAutoFit/>
          </a:bodyPr>
          <a:lstStyle/>
          <a:p>
            <a:r>
              <a:rPr sz="2000" dirty="0">
                <a:latin typeface="Times New Roman" panose="02020603050405020304" pitchFamily="18" charset="0"/>
              </a:rPr>
              <a:t>All the processors in the system share the common secondary storage like the hard disk. As this is the first place where the programs are to be placed.</a:t>
            </a:r>
          </a:p>
          <a:p>
            <a:endParaRPr sz="2000" dirty="0">
              <a:latin typeface="Times New Roman" panose="02020603050405020304" pitchFamily="18" charset="0"/>
            </a:endParaRPr>
          </a:p>
        </p:txBody>
      </p:sp>
      <p:sp>
        <p:nvSpPr>
          <p:cNvPr id="27656" name="Rectangle 18"/>
          <p:cNvSpPr/>
          <p:nvPr/>
        </p:nvSpPr>
        <p:spPr>
          <a:xfrm>
            <a:off x="1641475" y="5921375"/>
            <a:ext cx="9912350" cy="1323975"/>
          </a:xfrm>
          <a:prstGeom prst="rect">
            <a:avLst/>
          </a:prstGeom>
          <a:noFill/>
          <a:ln w="9525">
            <a:noFill/>
          </a:ln>
        </p:spPr>
        <p:txBody>
          <a:bodyPr>
            <a:spAutoFit/>
          </a:bodyPr>
          <a:lstStyle/>
          <a:p>
            <a:r>
              <a:rPr sz="2000" dirty="0">
                <a:latin typeface="Times New Roman" panose="02020603050405020304" pitchFamily="18" charset="0"/>
              </a:rPr>
              <a:t>There is one more thing that all the processors in the system share i.e. the user terminal (from where the user interact with the system). The user need not to be aware of the inner architecture of the machine. He should feel that he is dealing with the single processor only and his interaction with the system would be the same as in a single processor,</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4"/>
          <p:cNvSpPr/>
          <p:nvPr/>
        </p:nvSpPr>
        <p:spPr>
          <a:xfrm>
            <a:off x="0" y="0"/>
            <a:ext cx="12601575" cy="457200"/>
          </a:xfrm>
          <a:prstGeom prst="rect">
            <a:avLst/>
          </a:prstGeom>
          <a:noFill/>
          <a:ln w="9525">
            <a:noFill/>
          </a:ln>
        </p:spPr>
        <p:txBody>
          <a:bodyPr wrap="none" anchor="ctr" anchorCtr="0">
            <a:spAutoFit/>
          </a:bodyPr>
          <a:lstStyle/>
          <a:p>
            <a:endParaRPr dirty="0">
              <a:latin typeface="Times New Roman" panose="02020603050405020304" pitchFamily="18" charset="0"/>
            </a:endParaRPr>
          </a:p>
        </p:txBody>
      </p:sp>
      <p:grpSp>
        <p:nvGrpSpPr>
          <p:cNvPr id="28675" name="docshapegroup20"/>
          <p:cNvGrpSpPr/>
          <p:nvPr/>
        </p:nvGrpSpPr>
        <p:grpSpPr>
          <a:xfrm>
            <a:off x="1849755" y="2148205"/>
            <a:ext cx="7618730" cy="4549775"/>
            <a:chOff x="480" y="480"/>
            <a:chExt cx="11284" cy="14884"/>
          </a:xfrm>
        </p:grpSpPr>
        <p:sp>
          <p:nvSpPr>
            <p:cNvPr id="28676" name="docshape21"/>
            <p:cNvSpPr/>
            <p:nvPr/>
          </p:nvSpPr>
          <p:spPr>
            <a:xfrm>
              <a:off x="480" y="480"/>
              <a:ext cx="11284" cy="14884"/>
            </a:xfrm>
            <a:custGeom>
              <a:avLst/>
              <a:gdLst>
                <a:gd name="txL" fmla="*/ 0 w 11284"/>
                <a:gd name="txT" fmla="*/ 0 h 14884"/>
                <a:gd name="txR" fmla="*/ 11284 w 11284"/>
                <a:gd name="txB" fmla="*/ 14884 h 14884"/>
              </a:gdLst>
              <a:ahLst/>
              <a:cxnLst>
                <a:cxn ang="0">
                  <a:pos x="11256" y="72"/>
                </a:cxn>
                <a:cxn ang="0">
                  <a:pos x="11198" y="72"/>
                </a:cxn>
                <a:cxn ang="0">
                  <a:pos x="11198" y="86"/>
                </a:cxn>
                <a:cxn ang="0">
                  <a:pos x="11198" y="14798"/>
                </a:cxn>
                <a:cxn ang="0">
                  <a:pos x="86" y="14798"/>
                </a:cxn>
                <a:cxn ang="0">
                  <a:pos x="86" y="86"/>
                </a:cxn>
                <a:cxn ang="0">
                  <a:pos x="11198" y="86"/>
                </a:cxn>
                <a:cxn ang="0">
                  <a:pos x="11198" y="72"/>
                </a:cxn>
                <a:cxn ang="0">
                  <a:pos x="72" y="72"/>
                </a:cxn>
                <a:cxn ang="0">
                  <a:pos x="72" y="86"/>
                </a:cxn>
                <a:cxn ang="0">
                  <a:pos x="72" y="14798"/>
                </a:cxn>
                <a:cxn ang="0">
                  <a:pos x="72" y="14856"/>
                </a:cxn>
                <a:cxn ang="0">
                  <a:pos x="11256" y="14856"/>
                </a:cxn>
                <a:cxn ang="0">
                  <a:pos x="11256" y="14798"/>
                </a:cxn>
                <a:cxn ang="0">
                  <a:pos x="11256" y="72"/>
                </a:cxn>
                <a:cxn ang="0">
                  <a:pos x="11284" y="0"/>
                </a:cxn>
                <a:cxn ang="0">
                  <a:pos x="11270" y="0"/>
                </a:cxn>
                <a:cxn ang="0">
                  <a:pos x="11270" y="58"/>
                </a:cxn>
                <a:cxn ang="0">
                  <a:pos x="11270" y="14870"/>
                </a:cxn>
                <a:cxn ang="0">
                  <a:pos x="58" y="14870"/>
                </a:cxn>
                <a:cxn ang="0">
                  <a:pos x="58" y="58"/>
                </a:cxn>
                <a:cxn ang="0">
                  <a:pos x="11270" y="58"/>
                </a:cxn>
                <a:cxn ang="0">
                  <a:pos x="11270" y="0"/>
                </a:cxn>
                <a:cxn ang="0">
                  <a:pos x="0" y="0"/>
                </a:cxn>
                <a:cxn ang="0">
                  <a:pos x="0" y="58"/>
                </a:cxn>
                <a:cxn ang="0">
                  <a:pos x="0" y="14870"/>
                </a:cxn>
                <a:cxn ang="0">
                  <a:pos x="0" y="14884"/>
                </a:cxn>
                <a:cxn ang="0">
                  <a:pos x="11284" y="14884"/>
                </a:cxn>
                <a:cxn ang="0">
                  <a:pos x="11284" y="14870"/>
                </a:cxn>
                <a:cxn ang="0">
                  <a:pos x="11284" y="0"/>
                </a:cxn>
              </a:cxnLst>
              <a:rect l="txL" t="txT" r="txR" b="txB"/>
              <a:pathLst>
                <a:path w="11284" h="14884">
                  <a:moveTo>
                    <a:pt x="11256" y="72"/>
                  </a:moveTo>
                  <a:lnTo>
                    <a:pt x="11198" y="72"/>
                  </a:lnTo>
                  <a:lnTo>
                    <a:pt x="11198" y="86"/>
                  </a:lnTo>
                  <a:lnTo>
                    <a:pt x="11198" y="14798"/>
                  </a:lnTo>
                  <a:lnTo>
                    <a:pt x="86" y="14798"/>
                  </a:lnTo>
                  <a:lnTo>
                    <a:pt x="86" y="86"/>
                  </a:lnTo>
                  <a:lnTo>
                    <a:pt x="11198" y="86"/>
                  </a:lnTo>
                  <a:lnTo>
                    <a:pt x="11198" y="72"/>
                  </a:lnTo>
                  <a:lnTo>
                    <a:pt x="72" y="72"/>
                  </a:lnTo>
                  <a:lnTo>
                    <a:pt x="72" y="86"/>
                  </a:lnTo>
                  <a:lnTo>
                    <a:pt x="72" y="14798"/>
                  </a:lnTo>
                  <a:lnTo>
                    <a:pt x="72" y="14856"/>
                  </a:lnTo>
                  <a:lnTo>
                    <a:pt x="11256" y="14856"/>
                  </a:lnTo>
                  <a:lnTo>
                    <a:pt x="11256" y="14798"/>
                  </a:lnTo>
                  <a:lnTo>
                    <a:pt x="11256" y="72"/>
                  </a:lnTo>
                  <a:close/>
                  <a:moveTo>
                    <a:pt x="11284" y="0"/>
                  </a:moveTo>
                  <a:lnTo>
                    <a:pt x="11270" y="0"/>
                  </a:lnTo>
                  <a:lnTo>
                    <a:pt x="11270" y="58"/>
                  </a:lnTo>
                  <a:lnTo>
                    <a:pt x="11270" y="14870"/>
                  </a:lnTo>
                  <a:lnTo>
                    <a:pt x="58" y="14870"/>
                  </a:lnTo>
                  <a:lnTo>
                    <a:pt x="58" y="58"/>
                  </a:lnTo>
                  <a:lnTo>
                    <a:pt x="11270" y="58"/>
                  </a:lnTo>
                  <a:lnTo>
                    <a:pt x="11270" y="0"/>
                  </a:lnTo>
                  <a:lnTo>
                    <a:pt x="0" y="0"/>
                  </a:lnTo>
                  <a:lnTo>
                    <a:pt x="0" y="58"/>
                  </a:lnTo>
                  <a:lnTo>
                    <a:pt x="0" y="14870"/>
                  </a:lnTo>
                  <a:lnTo>
                    <a:pt x="0" y="14884"/>
                  </a:lnTo>
                  <a:lnTo>
                    <a:pt x="11284" y="14884"/>
                  </a:lnTo>
                  <a:lnTo>
                    <a:pt x="11284" y="14870"/>
                  </a:lnTo>
                  <a:lnTo>
                    <a:pt x="11284" y="0"/>
                  </a:lnTo>
                  <a:close/>
                </a:path>
              </a:pathLst>
            </a:custGeom>
            <a:solidFill>
              <a:srgbClr val="000000">
                <a:alpha val="100000"/>
              </a:srgbClr>
            </a:solidFill>
            <a:ln w="9525">
              <a:noFill/>
            </a:ln>
          </p:spPr>
          <p:txBody>
            <a:bodyPr/>
            <a:lstStyle/>
            <a:p>
              <a:endParaRPr lang="en-US"/>
            </a:p>
          </p:txBody>
        </p:sp>
        <p:pic>
          <p:nvPicPr>
            <p:cNvPr id="28677" name="docshape22"/>
            <p:cNvPicPr>
              <a:picLocks noChangeAspect="1"/>
            </p:cNvPicPr>
            <p:nvPr/>
          </p:nvPicPr>
          <p:blipFill>
            <a:blip r:embed="rId2" cstate="print"/>
            <a:stretch>
              <a:fillRect/>
            </a:stretch>
          </p:blipFill>
          <p:spPr>
            <a:xfrm>
              <a:off x="811" y="2746"/>
              <a:ext cx="10574" cy="10300"/>
            </a:xfrm>
            <a:prstGeom prst="rect">
              <a:avLst/>
            </a:prstGeom>
            <a:noFill/>
            <a:ln w="9525">
              <a:noFill/>
            </a:ln>
          </p:spPr>
        </p:pic>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1"/>
          <p:cNvSpPr/>
          <p:nvPr/>
        </p:nvSpPr>
        <p:spPr>
          <a:xfrm>
            <a:off x="1146175" y="1846263"/>
            <a:ext cx="12411075" cy="1938337"/>
          </a:xfrm>
          <a:prstGeom prst="rect">
            <a:avLst/>
          </a:prstGeom>
          <a:noFill/>
          <a:ln w="9525">
            <a:noFill/>
          </a:ln>
        </p:spPr>
        <p:txBody>
          <a:bodyPr anchor="ctr" anchorCtr="0">
            <a:spAutoFit/>
          </a:bodyPr>
          <a:lstStyle/>
          <a:p>
            <a:pPr defTabSz="914400">
              <a:tabLst>
                <a:tab pos="685800" algn="l"/>
              </a:tabLst>
            </a:pPr>
            <a:r>
              <a:rPr sz="2000" b="1" dirty="0">
                <a:solidFill>
                  <a:srgbClr val="1F1F1F"/>
                </a:solidFill>
                <a:latin typeface="Times New Roman" panose="02020603050405020304" pitchFamily="18" charset="0"/>
                <a:cs typeface="Times New Roman" panose="02020603050405020304" pitchFamily="18" charset="0"/>
              </a:rPr>
              <a:t>Advantages</a:t>
            </a:r>
            <a:endParaRPr sz="2000" dirty="0">
              <a:latin typeface="Times New Roman" panose="02020603050405020304" pitchFamily="18" charset="0"/>
            </a:endParaRPr>
          </a:p>
          <a:p>
            <a:pPr defTabSz="914400">
              <a:buChar char="•"/>
              <a:tabLst>
                <a:tab pos="685800" algn="l"/>
              </a:tabLst>
            </a:pPr>
            <a:r>
              <a:rPr sz="2000" dirty="0">
                <a:solidFill>
                  <a:srgbClr val="272E39"/>
                </a:solidFill>
                <a:latin typeface="Times New Roman" panose="02020603050405020304" pitchFamily="18" charset="0"/>
                <a:cs typeface="Times New Roman" panose="02020603050405020304" pitchFamily="18" charset="0"/>
              </a:rPr>
              <a:t>It saves time and money as many resources working together will reduce the time and cut potential costs.</a:t>
            </a:r>
            <a:endParaRPr sz="2000" dirty="0">
              <a:latin typeface="Times New Roman" panose="02020603050405020304" pitchFamily="18" charset="0"/>
            </a:endParaRPr>
          </a:p>
          <a:p>
            <a:pPr defTabSz="914400">
              <a:buChar char="•"/>
              <a:tabLst>
                <a:tab pos="685800" algn="l"/>
              </a:tabLst>
            </a:pPr>
            <a:r>
              <a:rPr sz="2000" dirty="0">
                <a:solidFill>
                  <a:srgbClr val="272E39"/>
                </a:solidFill>
                <a:latin typeface="Times New Roman" panose="02020603050405020304" pitchFamily="18" charset="0"/>
                <a:cs typeface="Times New Roman" panose="02020603050405020304" pitchFamily="18" charset="0"/>
              </a:rPr>
              <a:t>It can be impractical to solve larger problems on Serial Computing.</a:t>
            </a:r>
            <a:endParaRPr sz="2000" dirty="0">
              <a:latin typeface="Times New Roman" panose="02020603050405020304" pitchFamily="18" charset="0"/>
            </a:endParaRPr>
          </a:p>
          <a:p>
            <a:pPr defTabSz="914400">
              <a:buChar char="•"/>
              <a:tabLst>
                <a:tab pos="685800" algn="l"/>
              </a:tabLst>
            </a:pPr>
            <a:r>
              <a:rPr sz="2000" dirty="0">
                <a:solidFill>
                  <a:srgbClr val="272E39"/>
                </a:solidFill>
                <a:latin typeface="Times New Roman" panose="02020603050405020304" pitchFamily="18" charset="0"/>
                <a:cs typeface="Times New Roman" panose="02020603050405020304" pitchFamily="18" charset="0"/>
              </a:rPr>
              <a:t>It can take advantage of non-local resources when the local resources are finite.</a:t>
            </a:r>
            <a:endParaRPr sz="2000" dirty="0">
              <a:latin typeface="Times New Roman" panose="02020603050405020304" pitchFamily="18" charset="0"/>
            </a:endParaRPr>
          </a:p>
          <a:p>
            <a:pPr defTabSz="914400">
              <a:buChar char="•"/>
              <a:tabLst>
                <a:tab pos="685800" algn="l"/>
              </a:tabLst>
            </a:pPr>
            <a:r>
              <a:rPr sz="2000" dirty="0">
                <a:solidFill>
                  <a:srgbClr val="272E39"/>
                </a:solidFill>
                <a:latin typeface="Times New Roman" panose="02020603050405020304" pitchFamily="18" charset="0"/>
                <a:cs typeface="Times New Roman" panose="02020603050405020304" pitchFamily="18" charset="0"/>
              </a:rPr>
              <a:t>Serial Computing ‘wastes’ the potential computing power, thus Parallel Computing makes </a:t>
            </a:r>
          </a:p>
          <a:p>
            <a:pPr defTabSz="914400">
              <a:tabLst>
                <a:tab pos="685800" algn="l"/>
              </a:tabLst>
            </a:pPr>
            <a:r>
              <a:rPr sz="2000" dirty="0">
                <a:solidFill>
                  <a:srgbClr val="272E39"/>
                </a:solidFill>
                <a:latin typeface="Times New Roman" panose="02020603050405020304" pitchFamily="18" charset="0"/>
                <a:cs typeface="Times New Roman" panose="02020603050405020304" pitchFamily="18" charset="0"/>
              </a:rPr>
              <a:t>better work of the hardware.</a:t>
            </a:r>
            <a:endParaRPr sz="2000" dirty="0">
              <a:latin typeface="Times New Roman" panose="02020603050405020304" pitchFamily="18"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
          <p:cNvSpPr/>
          <p:nvPr/>
        </p:nvSpPr>
        <p:spPr>
          <a:xfrm>
            <a:off x="1089025" y="1625600"/>
            <a:ext cx="11263313" cy="1560513"/>
          </a:xfrm>
          <a:prstGeom prst="rect">
            <a:avLst/>
          </a:prstGeom>
          <a:noFill/>
          <a:ln w="9525">
            <a:noFill/>
          </a:ln>
        </p:spPr>
        <p:txBody>
          <a:bodyPr wrap="none" lIns="514188" tIns="20631" bIns="0" anchor="ctr" anchorCtr="0">
            <a:spAutoFit/>
          </a:bodyPr>
          <a:lstStyle/>
          <a:p>
            <a:pPr defTabSz="914400">
              <a:buNone/>
              <a:tabLst>
                <a:tab pos="685800" algn="l"/>
              </a:tabLst>
            </a:pPr>
            <a:r>
              <a:rPr sz="2000" b="1" dirty="0">
                <a:latin typeface="Times New Roman" panose="02020603050405020304" pitchFamily="18" charset="0"/>
                <a:cs typeface="Times New Roman" panose="02020603050405020304" pitchFamily="18" charset="0"/>
              </a:rPr>
              <a:t>Disadvantages</a:t>
            </a:r>
          </a:p>
          <a:p>
            <a:pPr lvl="1" defTabSz="914400">
              <a:buClr>
                <a:srgbClr val="272E39"/>
              </a:buClr>
              <a:buSzPct val="100000"/>
              <a:buAutoNum type="arabicPeriod"/>
              <a:tabLst>
                <a:tab pos="685800" algn="l"/>
              </a:tabLst>
            </a:pPr>
            <a:r>
              <a:rPr sz="2000" dirty="0">
                <a:solidFill>
                  <a:srgbClr val="272E39"/>
                </a:solidFill>
                <a:latin typeface="Times New Roman" panose="02020603050405020304" pitchFamily="18" charset="0"/>
                <a:cs typeface="Times New Roman" panose="02020603050405020304" pitchFamily="18" charset="0"/>
              </a:rPr>
              <a:t>It addresses such as communication and synchronization between multiple sub-tasks and </a:t>
            </a:r>
          </a:p>
          <a:p>
            <a:pPr lvl="1" defTabSz="914400">
              <a:buClr>
                <a:srgbClr val="272E39"/>
              </a:buClr>
              <a:buSzPct val="100000"/>
              <a:buNone/>
              <a:tabLst>
                <a:tab pos="685800" algn="l"/>
              </a:tabLst>
            </a:pPr>
            <a:r>
              <a:rPr sz="2000" dirty="0">
                <a:solidFill>
                  <a:srgbClr val="272E39"/>
                </a:solidFill>
                <a:latin typeface="Times New Roman" panose="02020603050405020304" pitchFamily="18" charset="0"/>
                <a:cs typeface="Times New Roman" panose="02020603050405020304" pitchFamily="18" charset="0"/>
              </a:rPr>
              <a:t>processes which is difficult to achieve.</a:t>
            </a:r>
            <a:endParaRPr sz="2000" dirty="0">
              <a:latin typeface="Times New Roman" panose="02020603050405020304" pitchFamily="18" charset="0"/>
            </a:endParaRPr>
          </a:p>
          <a:p>
            <a:pPr lvl="1" defTabSz="914400">
              <a:buClr>
                <a:srgbClr val="272E39"/>
              </a:buClr>
              <a:buSzPct val="100000"/>
              <a:buNone/>
              <a:tabLst>
                <a:tab pos="685800" algn="l"/>
              </a:tabLst>
            </a:pPr>
            <a:r>
              <a:rPr sz="2000" dirty="0">
                <a:solidFill>
                  <a:srgbClr val="272E39"/>
                </a:solidFill>
                <a:latin typeface="Times New Roman" panose="02020603050405020304" pitchFamily="18" charset="0"/>
                <a:cs typeface="Times New Roman" panose="02020603050405020304" pitchFamily="18" charset="0"/>
              </a:rPr>
              <a:t>2.The algorithms must be managed in such a way that they can be handled in a parallel mechanism.</a:t>
            </a:r>
          </a:p>
          <a:p>
            <a:pPr lvl="1" defTabSz="914400">
              <a:buClr>
                <a:srgbClr val="272E39"/>
              </a:buClr>
              <a:buSzPct val="100000"/>
              <a:buNone/>
              <a:tabLst>
                <a:tab pos="685800" algn="l"/>
              </a:tabLst>
            </a:pPr>
            <a:endParaRPr sz="2000" dirty="0">
              <a:latin typeface="Times New Roman" panose="02020603050405020304" pitchFamily="18" charset="0"/>
            </a:endParaRPr>
          </a:p>
        </p:txBody>
      </p:sp>
      <p:sp>
        <p:nvSpPr>
          <p:cNvPr id="30723" name="Rectangle 15"/>
          <p:cNvSpPr/>
          <p:nvPr/>
        </p:nvSpPr>
        <p:spPr>
          <a:xfrm>
            <a:off x="0" y="0"/>
            <a:ext cx="12601575" cy="457200"/>
          </a:xfrm>
          <a:prstGeom prst="rect">
            <a:avLst/>
          </a:prstGeom>
          <a:noFill/>
          <a:ln w="9525">
            <a:noFill/>
          </a:ln>
        </p:spPr>
        <p:txBody>
          <a:bodyPr wrap="none" anchor="ctr" anchorCtr="0">
            <a:spAutoFit/>
          </a:bodyPr>
          <a:lstStyle/>
          <a:p>
            <a:endParaRPr dirty="0">
              <a:latin typeface="Times New Roman" panose="02020603050405020304" pitchFamily="18" charset="0"/>
            </a:endParaRPr>
          </a:p>
        </p:txBody>
      </p:sp>
      <p:sp>
        <p:nvSpPr>
          <p:cNvPr id="30724" name="Rectangle 16"/>
          <p:cNvSpPr/>
          <p:nvPr/>
        </p:nvSpPr>
        <p:spPr>
          <a:xfrm>
            <a:off x="963613" y="3224183"/>
            <a:ext cx="1274708" cy="400110"/>
          </a:xfrm>
          <a:prstGeom prst="rect">
            <a:avLst/>
          </a:prstGeom>
          <a:noFill/>
          <a:ln w="9525">
            <a:noFill/>
          </a:ln>
        </p:spPr>
        <p:txBody>
          <a:bodyPr wrap="none" anchor="ctr" anchorCtr="0">
            <a:spAutoFit/>
          </a:bodyPr>
          <a:lstStyle/>
          <a:p>
            <a:pPr defTabSz="914400">
              <a:tabLst>
                <a:tab pos="685800" algn="l"/>
              </a:tabLst>
            </a:pPr>
            <a:r>
              <a:rPr sz="2000" dirty="0">
                <a:solidFill>
                  <a:srgbClr val="272E39"/>
                </a:solidFill>
                <a:latin typeface="Times New Roman" panose="02020603050405020304" pitchFamily="18" charset="0"/>
                <a:cs typeface="Times New Roman" panose="02020603050405020304" pitchFamily="18" charset="0"/>
              </a:rPr>
              <a:t>                 </a:t>
            </a:r>
            <a:endParaRPr sz="2000" dirty="0">
              <a:latin typeface="Times New Roman" panose="02020603050405020304" pitchFamily="18"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
          <p:cNvSpPr/>
          <p:nvPr/>
        </p:nvSpPr>
        <p:spPr>
          <a:xfrm>
            <a:off x="1757363" y="1577975"/>
            <a:ext cx="8809037" cy="3000375"/>
          </a:xfrm>
          <a:prstGeom prst="rect">
            <a:avLst/>
          </a:prstGeom>
          <a:noFill/>
          <a:ln w="9525">
            <a:noFill/>
          </a:ln>
        </p:spPr>
        <p:txBody>
          <a:bodyPr>
            <a:spAutoFit/>
          </a:bodyPr>
          <a:lstStyle/>
          <a:p>
            <a:endParaRPr dirty="0">
              <a:latin typeface="Times New Roman" panose="02020603050405020304" pitchFamily="18" charset="0"/>
            </a:endParaRPr>
          </a:p>
          <a:p>
            <a:endParaRPr dirty="0">
              <a:latin typeface="Times New Roman" panose="02020603050405020304" pitchFamily="18" charset="0"/>
            </a:endParaRPr>
          </a:p>
          <a:p>
            <a:r>
              <a:rPr dirty="0">
                <a:latin typeface="Times New Roman" panose="02020603050405020304" pitchFamily="18" charset="0"/>
              </a:rPr>
              <a:t>Various autonomous interconnected computers communicate with each other using a shared communication network. Independent systems possess their own memory unit and CPU. These are referred to as </a:t>
            </a:r>
            <a:r>
              <a:rPr b="1" dirty="0">
                <a:latin typeface="Times New Roman" panose="02020603050405020304" pitchFamily="18" charset="0"/>
              </a:rPr>
              <a:t>loosely coupled systems </a:t>
            </a:r>
            <a:r>
              <a:rPr dirty="0">
                <a:latin typeface="Times New Roman" panose="02020603050405020304" pitchFamily="18" charset="0"/>
              </a:rPr>
              <a:t>or distributed systems. </a:t>
            </a:r>
          </a:p>
        </p:txBody>
      </p:sp>
      <p:sp>
        <p:nvSpPr>
          <p:cNvPr id="31747" name="Rectangle 1"/>
          <p:cNvSpPr/>
          <p:nvPr/>
        </p:nvSpPr>
        <p:spPr>
          <a:xfrm>
            <a:off x="1316038" y="1870075"/>
            <a:ext cx="4133850" cy="461963"/>
          </a:xfrm>
          <a:prstGeom prst="rect">
            <a:avLst/>
          </a:prstGeom>
          <a:noFill/>
          <a:ln w="9525">
            <a:noFill/>
          </a:ln>
        </p:spPr>
        <p:txBody>
          <a:bodyPr wrap="none" anchor="ctr" anchorCtr="0">
            <a:spAutoFit/>
          </a:bodyPr>
          <a:lstStyle/>
          <a:p>
            <a:pPr algn="just"/>
            <a:r>
              <a:rPr sz="2400" b="1" dirty="0">
                <a:solidFill>
                  <a:srgbClr val="272E39"/>
                </a:solidFill>
                <a:latin typeface="Times New Roman" panose="02020603050405020304" pitchFamily="18" charset="0"/>
                <a:cs typeface="Times New Roman" panose="02020603050405020304" pitchFamily="18" charset="0"/>
              </a:rPr>
              <a:t>Distributed Operating System</a:t>
            </a:r>
            <a:endParaRPr sz="2400" dirty="0">
              <a:latin typeface="Times New Roman" panose="02020603050405020304" pitchFamily="18"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1"/>
          <p:cNvSpPr/>
          <p:nvPr/>
        </p:nvSpPr>
        <p:spPr>
          <a:xfrm>
            <a:off x="3151188" y="1892300"/>
            <a:ext cx="8286750" cy="2586038"/>
          </a:xfrm>
          <a:prstGeom prst="rect">
            <a:avLst/>
          </a:prstGeom>
          <a:noFill/>
          <a:ln w="9525">
            <a:noFill/>
          </a:ln>
        </p:spPr>
        <p:txBody>
          <a:bodyPr>
            <a:spAutoFit/>
          </a:bodyPr>
          <a:lstStyle/>
          <a:p>
            <a:r>
              <a:rPr dirty="0">
                <a:latin typeface="Times New Roman" panose="02020603050405020304" pitchFamily="18" charset="0"/>
              </a:rPr>
              <a:t>The major benefit of working with these types of the operating system is that it is always possible that one user can access the files or software which are not actually present on his system but some other system connected within this network i.e., remote access is enabled within the devices connected in that network.</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794" name="docshapegroup23"/>
          <p:cNvGrpSpPr/>
          <p:nvPr/>
        </p:nvGrpSpPr>
        <p:grpSpPr>
          <a:xfrm>
            <a:off x="0" y="0"/>
            <a:ext cx="8839200" cy="5907088"/>
            <a:chOff x="480" y="480"/>
            <a:chExt cx="11284" cy="14884"/>
          </a:xfrm>
        </p:grpSpPr>
        <p:sp>
          <p:nvSpPr>
            <p:cNvPr id="33795" name="docshape24"/>
            <p:cNvSpPr/>
            <p:nvPr/>
          </p:nvSpPr>
          <p:spPr>
            <a:xfrm>
              <a:off x="480" y="480"/>
              <a:ext cx="11284" cy="14884"/>
            </a:xfrm>
            <a:custGeom>
              <a:avLst/>
              <a:gdLst>
                <a:gd name="txL" fmla="*/ 0 w 11284"/>
                <a:gd name="txT" fmla="*/ 0 h 14884"/>
                <a:gd name="txR" fmla="*/ 11284 w 11284"/>
                <a:gd name="txB" fmla="*/ 14884 h 14884"/>
              </a:gdLst>
              <a:ahLst/>
              <a:cxnLst>
                <a:cxn ang="0">
                  <a:pos x="11256" y="72"/>
                </a:cxn>
                <a:cxn ang="0">
                  <a:pos x="11198" y="72"/>
                </a:cxn>
                <a:cxn ang="0">
                  <a:pos x="11198" y="86"/>
                </a:cxn>
                <a:cxn ang="0">
                  <a:pos x="11198" y="14798"/>
                </a:cxn>
                <a:cxn ang="0">
                  <a:pos x="86" y="14798"/>
                </a:cxn>
                <a:cxn ang="0">
                  <a:pos x="86" y="86"/>
                </a:cxn>
                <a:cxn ang="0">
                  <a:pos x="11198" y="86"/>
                </a:cxn>
                <a:cxn ang="0">
                  <a:pos x="11198" y="72"/>
                </a:cxn>
                <a:cxn ang="0">
                  <a:pos x="72" y="72"/>
                </a:cxn>
                <a:cxn ang="0">
                  <a:pos x="72" y="86"/>
                </a:cxn>
                <a:cxn ang="0">
                  <a:pos x="72" y="14798"/>
                </a:cxn>
                <a:cxn ang="0">
                  <a:pos x="72" y="14856"/>
                </a:cxn>
                <a:cxn ang="0">
                  <a:pos x="11256" y="14856"/>
                </a:cxn>
                <a:cxn ang="0">
                  <a:pos x="11256" y="14798"/>
                </a:cxn>
                <a:cxn ang="0">
                  <a:pos x="11256" y="72"/>
                </a:cxn>
                <a:cxn ang="0">
                  <a:pos x="11284" y="0"/>
                </a:cxn>
                <a:cxn ang="0">
                  <a:pos x="11270" y="0"/>
                </a:cxn>
                <a:cxn ang="0">
                  <a:pos x="11270" y="58"/>
                </a:cxn>
                <a:cxn ang="0">
                  <a:pos x="11270" y="14870"/>
                </a:cxn>
                <a:cxn ang="0">
                  <a:pos x="58" y="14870"/>
                </a:cxn>
                <a:cxn ang="0">
                  <a:pos x="58" y="58"/>
                </a:cxn>
                <a:cxn ang="0">
                  <a:pos x="11270" y="58"/>
                </a:cxn>
                <a:cxn ang="0">
                  <a:pos x="11270" y="0"/>
                </a:cxn>
                <a:cxn ang="0">
                  <a:pos x="0" y="0"/>
                </a:cxn>
                <a:cxn ang="0">
                  <a:pos x="0" y="58"/>
                </a:cxn>
                <a:cxn ang="0">
                  <a:pos x="0" y="14870"/>
                </a:cxn>
                <a:cxn ang="0">
                  <a:pos x="0" y="14884"/>
                </a:cxn>
                <a:cxn ang="0">
                  <a:pos x="11284" y="14884"/>
                </a:cxn>
                <a:cxn ang="0">
                  <a:pos x="11284" y="14870"/>
                </a:cxn>
                <a:cxn ang="0">
                  <a:pos x="11284" y="0"/>
                </a:cxn>
              </a:cxnLst>
              <a:rect l="txL" t="txT" r="txR" b="txB"/>
              <a:pathLst>
                <a:path w="11284" h="14884">
                  <a:moveTo>
                    <a:pt x="11256" y="72"/>
                  </a:moveTo>
                  <a:lnTo>
                    <a:pt x="11198" y="72"/>
                  </a:lnTo>
                  <a:lnTo>
                    <a:pt x="11198" y="86"/>
                  </a:lnTo>
                  <a:lnTo>
                    <a:pt x="11198" y="14798"/>
                  </a:lnTo>
                  <a:lnTo>
                    <a:pt x="86" y="14798"/>
                  </a:lnTo>
                  <a:lnTo>
                    <a:pt x="86" y="86"/>
                  </a:lnTo>
                  <a:lnTo>
                    <a:pt x="11198" y="86"/>
                  </a:lnTo>
                  <a:lnTo>
                    <a:pt x="11198" y="72"/>
                  </a:lnTo>
                  <a:lnTo>
                    <a:pt x="72" y="72"/>
                  </a:lnTo>
                  <a:lnTo>
                    <a:pt x="72" y="86"/>
                  </a:lnTo>
                  <a:lnTo>
                    <a:pt x="72" y="14798"/>
                  </a:lnTo>
                  <a:lnTo>
                    <a:pt x="72" y="14856"/>
                  </a:lnTo>
                  <a:lnTo>
                    <a:pt x="11256" y="14856"/>
                  </a:lnTo>
                  <a:lnTo>
                    <a:pt x="11256" y="14798"/>
                  </a:lnTo>
                  <a:lnTo>
                    <a:pt x="11256" y="72"/>
                  </a:lnTo>
                  <a:close/>
                  <a:moveTo>
                    <a:pt x="11284" y="0"/>
                  </a:moveTo>
                  <a:lnTo>
                    <a:pt x="11270" y="0"/>
                  </a:lnTo>
                  <a:lnTo>
                    <a:pt x="11270" y="58"/>
                  </a:lnTo>
                  <a:lnTo>
                    <a:pt x="11270" y="14870"/>
                  </a:lnTo>
                  <a:lnTo>
                    <a:pt x="58" y="14870"/>
                  </a:lnTo>
                  <a:lnTo>
                    <a:pt x="58" y="58"/>
                  </a:lnTo>
                  <a:lnTo>
                    <a:pt x="11270" y="58"/>
                  </a:lnTo>
                  <a:lnTo>
                    <a:pt x="11270" y="0"/>
                  </a:lnTo>
                  <a:lnTo>
                    <a:pt x="0" y="0"/>
                  </a:lnTo>
                  <a:lnTo>
                    <a:pt x="0" y="58"/>
                  </a:lnTo>
                  <a:lnTo>
                    <a:pt x="0" y="14870"/>
                  </a:lnTo>
                  <a:lnTo>
                    <a:pt x="0" y="14884"/>
                  </a:lnTo>
                  <a:lnTo>
                    <a:pt x="11284" y="14884"/>
                  </a:lnTo>
                  <a:lnTo>
                    <a:pt x="11284" y="14870"/>
                  </a:lnTo>
                  <a:lnTo>
                    <a:pt x="11284" y="0"/>
                  </a:lnTo>
                  <a:close/>
                </a:path>
              </a:pathLst>
            </a:custGeom>
            <a:solidFill>
              <a:srgbClr val="000000">
                <a:alpha val="100000"/>
              </a:srgbClr>
            </a:solidFill>
            <a:ln w="9525">
              <a:noFill/>
            </a:ln>
          </p:spPr>
          <p:txBody>
            <a:bodyPr/>
            <a:lstStyle/>
            <a:p>
              <a:endParaRPr lang="en-US"/>
            </a:p>
          </p:txBody>
        </p:sp>
        <p:pic>
          <p:nvPicPr>
            <p:cNvPr id="33796" name="docshape25"/>
            <p:cNvPicPr>
              <a:picLocks noChangeAspect="1"/>
            </p:cNvPicPr>
            <p:nvPr/>
          </p:nvPicPr>
          <p:blipFill>
            <a:blip r:embed="rId2" cstate="print"/>
            <a:stretch>
              <a:fillRect/>
            </a:stretch>
          </p:blipFill>
          <p:spPr>
            <a:xfrm>
              <a:off x="2228" y="5749"/>
              <a:ext cx="8377" cy="6543"/>
            </a:xfrm>
            <a:prstGeom prst="rect">
              <a:avLst/>
            </a:prstGeom>
            <a:noFill/>
            <a:ln w="9525">
              <a:noFill/>
            </a:ln>
          </p:spPr>
        </p:pic>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
          <p:cNvSpPr/>
          <p:nvPr/>
        </p:nvSpPr>
        <p:spPr>
          <a:xfrm>
            <a:off x="1103313" y="1865541"/>
            <a:ext cx="13044790" cy="2677656"/>
          </a:xfrm>
          <a:prstGeom prst="rect">
            <a:avLst/>
          </a:prstGeom>
          <a:noFill/>
          <a:ln w="9525">
            <a:noFill/>
          </a:ln>
        </p:spPr>
        <p:txBody>
          <a:bodyPr wrap="none" anchor="ctr" anchorCtr="0">
            <a:spAutoFit/>
          </a:bodyPr>
          <a:lstStyle/>
          <a:p>
            <a:pPr defTabSz="914400">
              <a:buNone/>
              <a:tabLst>
                <a:tab pos="971550" algn="l"/>
                <a:tab pos="973455" algn="l"/>
              </a:tabLst>
            </a:pPr>
            <a:r>
              <a:rPr sz="2400" b="1" dirty="0">
                <a:solidFill>
                  <a:srgbClr val="272E39"/>
                </a:solidFill>
                <a:latin typeface="Times New Roman" panose="02020603050405020304" pitchFamily="18" charset="0"/>
                <a:cs typeface="Times New Roman" panose="02020603050405020304" pitchFamily="18" charset="0"/>
              </a:rPr>
              <a:t>Advantages of Distributed Operating System:</a:t>
            </a:r>
            <a:endParaRPr sz="2400" dirty="0">
              <a:latin typeface="Times New Roman" panose="02020603050405020304" pitchFamily="18" charset="0"/>
            </a:endParaRPr>
          </a:p>
          <a:p>
            <a:pPr lvl="2" defTabSz="914400">
              <a:buClr>
                <a:srgbClr val="272E39"/>
              </a:buClr>
              <a:buAutoNum type="arabicPeriod"/>
              <a:tabLst>
                <a:tab pos="971550" algn="l"/>
                <a:tab pos="973455" algn="l"/>
              </a:tabLst>
            </a:pPr>
            <a:r>
              <a:rPr sz="2400" dirty="0" smtClean="0">
                <a:solidFill>
                  <a:srgbClr val="272E39"/>
                </a:solidFill>
                <a:latin typeface="Times New Roman" panose="02020603050405020304" pitchFamily="18" charset="0"/>
                <a:cs typeface="Times New Roman" panose="02020603050405020304" pitchFamily="18" charset="0"/>
              </a:rPr>
              <a:t>Since </a:t>
            </a:r>
            <a:r>
              <a:rPr sz="2400" dirty="0">
                <a:solidFill>
                  <a:srgbClr val="272E39"/>
                </a:solidFill>
                <a:latin typeface="Times New Roman" panose="02020603050405020304" pitchFamily="18" charset="0"/>
                <a:cs typeface="Times New Roman" panose="02020603050405020304" pitchFamily="18" charset="0"/>
              </a:rPr>
              <a:t>resources are being shared, computation is highly fast and durable</a:t>
            </a:r>
            <a:endParaRPr sz="2400" dirty="0">
              <a:latin typeface="Times New Roman" panose="02020603050405020304" pitchFamily="18" charset="0"/>
            </a:endParaRPr>
          </a:p>
          <a:p>
            <a:pPr lvl="2" defTabSz="914400">
              <a:buClr>
                <a:srgbClr val="272E39"/>
              </a:buClr>
              <a:buAutoNum type="arabicPeriod"/>
              <a:tabLst>
                <a:tab pos="971550" algn="l"/>
                <a:tab pos="973455" algn="l"/>
              </a:tabLst>
            </a:pPr>
            <a:r>
              <a:rPr sz="2400" dirty="0">
                <a:solidFill>
                  <a:srgbClr val="272E39"/>
                </a:solidFill>
                <a:latin typeface="Times New Roman" panose="02020603050405020304" pitchFamily="18" charset="0"/>
                <a:cs typeface="Times New Roman" panose="02020603050405020304" pitchFamily="18" charset="0"/>
              </a:rPr>
              <a:t>Load on host computer reduces</a:t>
            </a:r>
            <a:endParaRPr sz="2400" dirty="0">
              <a:latin typeface="Times New Roman" panose="02020603050405020304" pitchFamily="18" charset="0"/>
            </a:endParaRPr>
          </a:p>
          <a:p>
            <a:pPr lvl="2" defTabSz="914400">
              <a:buClr>
                <a:srgbClr val="272E39"/>
              </a:buClr>
              <a:buAutoNum type="arabicPeriod"/>
              <a:tabLst>
                <a:tab pos="971550" algn="l"/>
                <a:tab pos="973455" algn="l"/>
              </a:tabLst>
            </a:pPr>
            <a:r>
              <a:rPr sz="2400" dirty="0">
                <a:solidFill>
                  <a:srgbClr val="272E39"/>
                </a:solidFill>
                <a:latin typeface="Times New Roman" panose="02020603050405020304" pitchFamily="18" charset="0"/>
                <a:cs typeface="Times New Roman" panose="02020603050405020304" pitchFamily="18" charset="0"/>
              </a:rPr>
              <a:t>These systems are easily scalable as many systems can be easily added to the network</a:t>
            </a:r>
            <a:endParaRPr sz="2400" dirty="0">
              <a:latin typeface="Times New Roman" panose="02020603050405020304" pitchFamily="18" charset="0"/>
            </a:endParaRPr>
          </a:p>
          <a:p>
            <a:pPr lvl="2" defTabSz="914400">
              <a:buClr>
                <a:srgbClr val="272E39"/>
              </a:buClr>
              <a:buAutoNum type="arabicPeriod"/>
              <a:tabLst>
                <a:tab pos="971550" algn="l"/>
                <a:tab pos="973455" algn="l"/>
              </a:tabLst>
            </a:pPr>
            <a:r>
              <a:rPr sz="2400" dirty="0">
                <a:solidFill>
                  <a:srgbClr val="272E39"/>
                </a:solidFill>
                <a:latin typeface="Times New Roman" panose="02020603050405020304" pitchFamily="18" charset="0"/>
                <a:cs typeface="Times New Roman" panose="02020603050405020304" pitchFamily="18" charset="0"/>
              </a:rPr>
              <a:t>Delay in data processing reduces</a:t>
            </a:r>
          </a:p>
          <a:p>
            <a:pPr lvl="2" defTabSz="914400">
              <a:buClr>
                <a:srgbClr val="272E39"/>
              </a:buClr>
              <a:buAutoNum type="arabicPeriod"/>
              <a:tabLst>
                <a:tab pos="971550" algn="l"/>
                <a:tab pos="973455" algn="l"/>
              </a:tabLst>
            </a:pPr>
            <a:r>
              <a:rPr sz="2400" dirty="0">
                <a:solidFill>
                  <a:srgbClr val="272E39"/>
                </a:solidFill>
                <a:latin typeface="Times New Roman" panose="02020603050405020304" pitchFamily="18" charset="0"/>
                <a:cs typeface="Times New Roman" panose="02020603050405020304" pitchFamily="18" charset="0"/>
              </a:rPr>
              <a:t>Failure of one will not affect the other network communication, as all systems are independent </a:t>
            </a:r>
          </a:p>
          <a:p>
            <a:pPr lvl="2" defTabSz="914400">
              <a:buClr>
                <a:srgbClr val="272E39"/>
              </a:buClr>
              <a:buNone/>
              <a:tabLst>
                <a:tab pos="971550" algn="l"/>
                <a:tab pos="973455" algn="l"/>
              </a:tabLst>
            </a:pPr>
            <a:r>
              <a:rPr sz="2400" dirty="0">
                <a:solidFill>
                  <a:srgbClr val="272E39"/>
                </a:solidFill>
                <a:latin typeface="Times New Roman" panose="02020603050405020304" pitchFamily="18" charset="0"/>
                <a:cs typeface="Times New Roman" panose="02020603050405020304" pitchFamily="18" charset="0"/>
              </a:rPr>
              <a:t>from each other</a:t>
            </a:r>
            <a:endParaRPr sz="2400" dirty="0">
              <a:latin typeface="Times New Roman" panose="02020603050405020304" pitchFamily="18"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1"/>
          <p:cNvSpPr/>
          <p:nvPr/>
        </p:nvSpPr>
        <p:spPr>
          <a:xfrm>
            <a:off x="1204913" y="1813878"/>
            <a:ext cx="11518265" cy="1938020"/>
          </a:xfrm>
          <a:prstGeom prst="rect">
            <a:avLst/>
          </a:prstGeom>
          <a:noFill/>
          <a:ln w="9525">
            <a:noFill/>
          </a:ln>
        </p:spPr>
        <p:txBody>
          <a:bodyPr wrap="none" anchor="ctr" anchorCtr="0">
            <a:spAutoFit/>
          </a:bodyPr>
          <a:lstStyle/>
          <a:p>
            <a:pPr defTabSz="914400">
              <a:buNone/>
              <a:tabLst>
                <a:tab pos="971550" algn="l"/>
                <a:tab pos="973455" algn="l"/>
              </a:tabLst>
            </a:pPr>
            <a:r>
              <a:rPr sz="2400" b="1" dirty="0">
                <a:solidFill>
                  <a:srgbClr val="272E39"/>
                </a:solidFill>
                <a:latin typeface="Times New Roman" panose="02020603050405020304" pitchFamily="18" charset="0"/>
                <a:cs typeface="Times New Roman" panose="02020603050405020304" pitchFamily="18" charset="0"/>
              </a:rPr>
              <a:t>Disadvantages of Distributed Operating System:</a:t>
            </a:r>
          </a:p>
          <a:p>
            <a:pPr defTabSz="914400">
              <a:buNone/>
              <a:tabLst>
                <a:tab pos="971550" algn="l"/>
                <a:tab pos="973455" algn="l"/>
              </a:tabLst>
            </a:pPr>
            <a:endParaRPr sz="2400" b="1" dirty="0">
              <a:solidFill>
                <a:srgbClr val="272E39"/>
              </a:solidFill>
              <a:latin typeface="Times New Roman" panose="02020603050405020304" pitchFamily="18" charset="0"/>
              <a:cs typeface="Times New Roman" panose="02020603050405020304" pitchFamily="18" charset="0"/>
            </a:endParaRPr>
          </a:p>
          <a:p>
            <a:pPr defTabSz="914400">
              <a:buNone/>
              <a:tabLst>
                <a:tab pos="971550" algn="l"/>
                <a:tab pos="973455" algn="l"/>
              </a:tabLst>
            </a:pPr>
            <a:r>
              <a:rPr sz="2400" b="1" dirty="0">
                <a:solidFill>
                  <a:srgbClr val="272E39"/>
                </a:solidFill>
                <a:latin typeface="Times New Roman" panose="02020603050405020304" pitchFamily="18" charset="0"/>
                <a:cs typeface="Times New Roman" panose="02020603050405020304" pitchFamily="18" charset="0"/>
              </a:rPr>
              <a:t> </a:t>
            </a:r>
            <a:r>
              <a:rPr lang="en-IN" sz="2400" b="1" dirty="0">
                <a:solidFill>
                  <a:srgbClr val="272E39"/>
                </a:solidFill>
                <a:latin typeface="Times New Roman" panose="02020603050405020304" pitchFamily="18" charset="0"/>
                <a:cs typeface="Times New Roman" panose="02020603050405020304" pitchFamily="18" charset="0"/>
              </a:rPr>
              <a:t>                    </a:t>
            </a:r>
            <a:r>
              <a:rPr sz="2400" dirty="0">
                <a:solidFill>
                  <a:srgbClr val="272E39"/>
                </a:solidFill>
                <a:latin typeface="Times New Roman" panose="02020603050405020304" pitchFamily="18" charset="0"/>
                <a:cs typeface="Times New Roman" panose="02020603050405020304" pitchFamily="18" charset="0"/>
              </a:rPr>
              <a:t>Failure of the main network will stop the entire communication</a:t>
            </a:r>
            <a:endParaRPr sz="2400" dirty="0">
              <a:latin typeface="Times New Roman" panose="02020603050405020304" pitchFamily="18" charset="0"/>
            </a:endParaRPr>
          </a:p>
          <a:p>
            <a:pPr lvl="2" defTabSz="914400">
              <a:buClr>
                <a:srgbClr val="272E39"/>
              </a:buClr>
              <a:buAutoNum type="arabicPeriod"/>
              <a:tabLst>
                <a:tab pos="971550" algn="l"/>
                <a:tab pos="973455" algn="l"/>
              </a:tabLst>
            </a:pPr>
            <a:r>
              <a:rPr sz="2400" dirty="0">
                <a:solidFill>
                  <a:srgbClr val="272E39"/>
                </a:solidFill>
                <a:latin typeface="Times New Roman" panose="02020603050405020304" pitchFamily="18" charset="0"/>
                <a:cs typeface="Times New Roman" panose="02020603050405020304" pitchFamily="18" charset="0"/>
              </a:rPr>
              <a:t>To establish distributed systems the language which is used are not well defined yet</a:t>
            </a:r>
            <a:endParaRPr sz="2400" dirty="0">
              <a:latin typeface="Times New Roman" panose="02020603050405020304" pitchFamily="18" charset="0"/>
            </a:endParaRPr>
          </a:p>
          <a:p>
            <a:pPr lvl="2" defTabSz="914400">
              <a:buClr>
                <a:srgbClr val="272E39"/>
              </a:buClr>
              <a:buAutoNum type="arabicPeriod"/>
              <a:tabLst>
                <a:tab pos="971550" algn="l"/>
                <a:tab pos="973455" algn="l"/>
              </a:tabLst>
            </a:pPr>
            <a:r>
              <a:rPr sz="2400" dirty="0">
                <a:solidFill>
                  <a:srgbClr val="272E39"/>
                </a:solidFill>
                <a:latin typeface="Times New Roman" panose="02020603050405020304" pitchFamily="18" charset="0"/>
                <a:cs typeface="Times New Roman" panose="02020603050405020304" pitchFamily="18" charset="0"/>
              </a:rPr>
              <a:t>These types of systems are not readily available as they are very expensive.</a:t>
            </a:r>
            <a:endParaRPr sz="2400" dirty="0">
              <a:latin typeface="Times New Roman" panose="02020603050405020304" pitchFamily="18"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4"/>
          <p:cNvSpPr/>
          <p:nvPr/>
        </p:nvSpPr>
        <p:spPr>
          <a:xfrm>
            <a:off x="0" y="0"/>
            <a:ext cx="12601575" cy="457200"/>
          </a:xfrm>
          <a:prstGeom prst="rect">
            <a:avLst/>
          </a:prstGeom>
          <a:noFill/>
          <a:ln w="9525">
            <a:noFill/>
          </a:ln>
        </p:spPr>
        <p:txBody>
          <a:bodyPr wrap="none" anchor="ctr" anchorCtr="0">
            <a:spAutoFit/>
          </a:bodyPr>
          <a:lstStyle/>
          <a:p>
            <a:endParaRPr dirty="0">
              <a:latin typeface="Times New Roman" panose="02020603050405020304" pitchFamily="18" charset="0"/>
            </a:endParaRPr>
          </a:p>
        </p:txBody>
      </p:sp>
      <p:grpSp>
        <p:nvGrpSpPr>
          <p:cNvPr id="36867" name="docshapegroup26"/>
          <p:cNvGrpSpPr/>
          <p:nvPr/>
        </p:nvGrpSpPr>
        <p:grpSpPr>
          <a:xfrm>
            <a:off x="2495550" y="2226945"/>
            <a:ext cx="8345805" cy="6271895"/>
            <a:chOff x="480" y="480"/>
            <a:chExt cx="11284" cy="14884"/>
          </a:xfrm>
        </p:grpSpPr>
        <p:sp>
          <p:nvSpPr>
            <p:cNvPr id="36869" name="docshape27"/>
            <p:cNvSpPr/>
            <p:nvPr/>
          </p:nvSpPr>
          <p:spPr>
            <a:xfrm>
              <a:off x="480" y="480"/>
              <a:ext cx="11284" cy="14884"/>
            </a:xfrm>
            <a:custGeom>
              <a:avLst/>
              <a:gdLst>
                <a:gd name="txL" fmla="*/ 0 w 11284"/>
                <a:gd name="txT" fmla="*/ 0 h 14884"/>
                <a:gd name="txR" fmla="*/ 11284 w 11284"/>
                <a:gd name="txB" fmla="*/ 14884 h 14884"/>
              </a:gdLst>
              <a:ahLst/>
              <a:cxnLst>
                <a:cxn ang="0">
                  <a:pos x="11256" y="72"/>
                </a:cxn>
                <a:cxn ang="0">
                  <a:pos x="11198" y="72"/>
                </a:cxn>
                <a:cxn ang="0">
                  <a:pos x="11198" y="86"/>
                </a:cxn>
                <a:cxn ang="0">
                  <a:pos x="11198" y="14798"/>
                </a:cxn>
                <a:cxn ang="0">
                  <a:pos x="86" y="14798"/>
                </a:cxn>
                <a:cxn ang="0">
                  <a:pos x="86" y="86"/>
                </a:cxn>
                <a:cxn ang="0">
                  <a:pos x="11198" y="86"/>
                </a:cxn>
                <a:cxn ang="0">
                  <a:pos x="11198" y="72"/>
                </a:cxn>
                <a:cxn ang="0">
                  <a:pos x="72" y="72"/>
                </a:cxn>
                <a:cxn ang="0">
                  <a:pos x="72" y="86"/>
                </a:cxn>
                <a:cxn ang="0">
                  <a:pos x="72" y="14798"/>
                </a:cxn>
                <a:cxn ang="0">
                  <a:pos x="72" y="14856"/>
                </a:cxn>
                <a:cxn ang="0">
                  <a:pos x="11256" y="14856"/>
                </a:cxn>
                <a:cxn ang="0">
                  <a:pos x="11256" y="14798"/>
                </a:cxn>
                <a:cxn ang="0">
                  <a:pos x="11256" y="72"/>
                </a:cxn>
                <a:cxn ang="0">
                  <a:pos x="11284" y="0"/>
                </a:cxn>
                <a:cxn ang="0">
                  <a:pos x="11270" y="0"/>
                </a:cxn>
                <a:cxn ang="0">
                  <a:pos x="11270" y="58"/>
                </a:cxn>
                <a:cxn ang="0">
                  <a:pos x="11270" y="14870"/>
                </a:cxn>
                <a:cxn ang="0">
                  <a:pos x="58" y="14870"/>
                </a:cxn>
                <a:cxn ang="0">
                  <a:pos x="58" y="58"/>
                </a:cxn>
                <a:cxn ang="0">
                  <a:pos x="11270" y="58"/>
                </a:cxn>
                <a:cxn ang="0">
                  <a:pos x="11270" y="0"/>
                </a:cxn>
                <a:cxn ang="0">
                  <a:pos x="0" y="0"/>
                </a:cxn>
                <a:cxn ang="0">
                  <a:pos x="0" y="58"/>
                </a:cxn>
                <a:cxn ang="0">
                  <a:pos x="0" y="14870"/>
                </a:cxn>
                <a:cxn ang="0">
                  <a:pos x="0" y="14884"/>
                </a:cxn>
                <a:cxn ang="0">
                  <a:pos x="11284" y="14884"/>
                </a:cxn>
                <a:cxn ang="0">
                  <a:pos x="11284" y="14870"/>
                </a:cxn>
                <a:cxn ang="0">
                  <a:pos x="11284" y="0"/>
                </a:cxn>
              </a:cxnLst>
              <a:rect l="txL" t="txT" r="txR" b="txB"/>
              <a:pathLst>
                <a:path w="11284" h="14884">
                  <a:moveTo>
                    <a:pt x="11256" y="72"/>
                  </a:moveTo>
                  <a:lnTo>
                    <a:pt x="11198" y="72"/>
                  </a:lnTo>
                  <a:lnTo>
                    <a:pt x="11198" y="86"/>
                  </a:lnTo>
                  <a:lnTo>
                    <a:pt x="11198" y="14798"/>
                  </a:lnTo>
                  <a:lnTo>
                    <a:pt x="86" y="14798"/>
                  </a:lnTo>
                  <a:lnTo>
                    <a:pt x="86" y="86"/>
                  </a:lnTo>
                  <a:lnTo>
                    <a:pt x="11198" y="86"/>
                  </a:lnTo>
                  <a:lnTo>
                    <a:pt x="11198" y="72"/>
                  </a:lnTo>
                  <a:lnTo>
                    <a:pt x="72" y="72"/>
                  </a:lnTo>
                  <a:lnTo>
                    <a:pt x="72" y="86"/>
                  </a:lnTo>
                  <a:lnTo>
                    <a:pt x="72" y="14798"/>
                  </a:lnTo>
                  <a:lnTo>
                    <a:pt x="72" y="14856"/>
                  </a:lnTo>
                  <a:lnTo>
                    <a:pt x="11256" y="14856"/>
                  </a:lnTo>
                  <a:lnTo>
                    <a:pt x="11256" y="14798"/>
                  </a:lnTo>
                  <a:lnTo>
                    <a:pt x="11256" y="72"/>
                  </a:lnTo>
                  <a:close/>
                  <a:moveTo>
                    <a:pt x="11284" y="0"/>
                  </a:moveTo>
                  <a:lnTo>
                    <a:pt x="11270" y="0"/>
                  </a:lnTo>
                  <a:lnTo>
                    <a:pt x="11270" y="58"/>
                  </a:lnTo>
                  <a:lnTo>
                    <a:pt x="11270" y="14870"/>
                  </a:lnTo>
                  <a:lnTo>
                    <a:pt x="58" y="14870"/>
                  </a:lnTo>
                  <a:lnTo>
                    <a:pt x="58" y="58"/>
                  </a:lnTo>
                  <a:lnTo>
                    <a:pt x="11270" y="58"/>
                  </a:lnTo>
                  <a:lnTo>
                    <a:pt x="11270" y="0"/>
                  </a:lnTo>
                  <a:lnTo>
                    <a:pt x="0" y="0"/>
                  </a:lnTo>
                  <a:lnTo>
                    <a:pt x="0" y="58"/>
                  </a:lnTo>
                  <a:lnTo>
                    <a:pt x="0" y="14870"/>
                  </a:lnTo>
                  <a:lnTo>
                    <a:pt x="0" y="14884"/>
                  </a:lnTo>
                  <a:lnTo>
                    <a:pt x="11284" y="14884"/>
                  </a:lnTo>
                  <a:lnTo>
                    <a:pt x="11284" y="14870"/>
                  </a:lnTo>
                  <a:lnTo>
                    <a:pt x="11284" y="0"/>
                  </a:lnTo>
                  <a:close/>
                </a:path>
              </a:pathLst>
            </a:custGeom>
            <a:solidFill>
              <a:srgbClr val="000000">
                <a:alpha val="100000"/>
              </a:srgbClr>
            </a:solidFill>
            <a:ln w="9525">
              <a:noFill/>
            </a:ln>
          </p:spPr>
          <p:txBody>
            <a:bodyPr/>
            <a:lstStyle/>
            <a:p>
              <a:endParaRPr lang="en-US"/>
            </a:p>
          </p:txBody>
        </p:sp>
        <p:pic>
          <p:nvPicPr>
            <p:cNvPr id="36870" name="docshape28"/>
            <p:cNvPicPr>
              <a:picLocks noChangeAspect="1"/>
            </p:cNvPicPr>
            <p:nvPr/>
          </p:nvPicPr>
          <p:blipFill>
            <a:blip r:embed="rId2" cstate="print"/>
            <a:stretch>
              <a:fillRect/>
            </a:stretch>
          </p:blipFill>
          <p:spPr>
            <a:xfrm>
              <a:off x="985" y="2431"/>
              <a:ext cx="7883" cy="5557"/>
            </a:xfrm>
            <a:prstGeom prst="rect">
              <a:avLst/>
            </a:prstGeom>
            <a:noFill/>
            <a:ln w="9525">
              <a:noFill/>
            </a:ln>
          </p:spPr>
        </p:pic>
      </p:grpSp>
      <p:sp>
        <p:nvSpPr>
          <p:cNvPr id="36868" name="Rectangle 5"/>
          <p:cNvSpPr/>
          <p:nvPr/>
        </p:nvSpPr>
        <p:spPr>
          <a:xfrm>
            <a:off x="2737485" y="1687830"/>
            <a:ext cx="4256405" cy="937260"/>
          </a:xfrm>
          <a:prstGeom prst="rect">
            <a:avLst/>
          </a:prstGeom>
          <a:noFill/>
          <a:ln w="9525">
            <a:noFill/>
          </a:ln>
        </p:spPr>
        <p:txBody>
          <a:bodyPr wrap="none" anchor="ctr" anchorCtr="0">
            <a:spAutoFit/>
          </a:bodyPr>
          <a:lstStyle/>
          <a:p>
            <a:r>
              <a:rPr sz="2800" i="1" dirty="0">
                <a:solidFill>
                  <a:srgbClr val="5F0947"/>
                </a:solidFill>
                <a:latin typeface="Times New Roman" panose="02020603050405020304" pitchFamily="18" charset="0"/>
                <a:cs typeface="Times New Roman" panose="02020603050405020304" pitchFamily="18" charset="0"/>
              </a:rPr>
              <a:t>Real</a:t>
            </a:r>
            <a:r>
              <a:rPr sz="1200" i="1" dirty="0">
                <a:solidFill>
                  <a:srgbClr val="5F0947"/>
                </a:solidFill>
                <a:latin typeface="Times New Roman" panose="02020603050405020304" pitchFamily="18" charset="0"/>
                <a:cs typeface="Times New Roman" panose="02020603050405020304" pitchFamily="18" charset="0"/>
              </a:rPr>
              <a:t>-</a:t>
            </a:r>
            <a:r>
              <a:rPr sz="2800" i="1" dirty="0">
                <a:solidFill>
                  <a:srgbClr val="5F0947"/>
                </a:solidFill>
                <a:latin typeface="Times New Roman" panose="02020603050405020304" pitchFamily="18" charset="0"/>
                <a:cs typeface="Times New Roman" panose="02020603050405020304" pitchFamily="18" charset="0"/>
              </a:rPr>
              <a:t>Time Operating System</a:t>
            </a:r>
            <a:r>
              <a:rPr sz="1200" i="1" dirty="0">
                <a:solidFill>
                  <a:srgbClr val="5F0947"/>
                </a:solidFill>
                <a:latin typeface="Times New Roman" panose="02020603050405020304" pitchFamily="18" charset="0"/>
                <a:cs typeface="Times New Roman" panose="02020603050405020304" pitchFamily="18" charset="0"/>
              </a:rPr>
              <a:t>:</a:t>
            </a:r>
            <a:endParaRPr sz="1100" dirty="0">
              <a:latin typeface="Times New Roman" panose="02020603050405020304" pitchFamily="18" charset="0"/>
            </a:endParaRPr>
          </a:p>
          <a:p>
            <a:endParaRPr dirty="0">
              <a:latin typeface="Times New Roman" panose="02020603050405020304" pitchFamily="18"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3150870" y="1844675"/>
            <a:ext cx="6299200" cy="706755"/>
          </a:xfrm>
          <a:prstGeom prst="rect">
            <a:avLst/>
          </a:prstGeom>
          <a:noFill/>
        </p:spPr>
        <p:txBody>
          <a:bodyPr wrap="square" rtlCol="0" anchor="t">
            <a:spAutoFit/>
          </a:bodyPr>
          <a:lstStyle/>
          <a:p>
            <a:r>
              <a:rPr lang="en-US" altLang="en-US" sz="4000" dirty="0">
                <a:sym typeface="+mn-ea"/>
              </a:rPr>
              <a:t>Real-Time Operating System </a:t>
            </a:r>
          </a:p>
        </p:txBody>
      </p:sp>
      <p:sp>
        <p:nvSpPr>
          <p:cNvPr id="3" name="Text Box 2"/>
          <p:cNvSpPr txBox="1"/>
          <p:nvPr/>
        </p:nvSpPr>
        <p:spPr>
          <a:xfrm>
            <a:off x="1413510" y="2551430"/>
            <a:ext cx="11067415" cy="3969385"/>
          </a:xfrm>
          <a:prstGeom prst="rect">
            <a:avLst/>
          </a:prstGeom>
          <a:noFill/>
        </p:spPr>
        <p:txBody>
          <a:bodyPr wrap="square" rtlCol="0" anchor="t">
            <a:spAutoFit/>
          </a:bodyPr>
          <a:lstStyle/>
          <a:p>
            <a:r>
              <a:rPr lang="en-US" altLang="en-US" sz="2800" dirty="0">
                <a:sym typeface="+mn-ea"/>
              </a:rPr>
              <a:t>These types of OSs serve real-time systems. </a:t>
            </a:r>
            <a:endParaRPr lang="en-US" altLang="en-US" sz="2800" dirty="0"/>
          </a:p>
          <a:p>
            <a:r>
              <a:rPr lang="en-US" altLang="en-US" sz="2800" dirty="0">
                <a:sym typeface="+mn-ea"/>
              </a:rPr>
              <a:t>The time interval required to process and respond to inputs is very small. </a:t>
            </a:r>
            <a:endParaRPr lang="en-US" altLang="en-US" sz="2800" dirty="0"/>
          </a:p>
          <a:p>
            <a:r>
              <a:rPr lang="en-US" altLang="en-US" sz="2800" dirty="0">
                <a:sym typeface="+mn-ea"/>
              </a:rPr>
              <a:t>This time interval is called </a:t>
            </a:r>
            <a:r>
              <a:rPr lang="en-US" altLang="en-US" sz="2800" b="1" dirty="0">
                <a:sym typeface="+mn-ea"/>
              </a:rPr>
              <a:t>response time</a:t>
            </a:r>
            <a:r>
              <a:rPr lang="en-US" altLang="en-US" sz="2800" dirty="0">
                <a:sym typeface="+mn-ea"/>
              </a:rPr>
              <a:t>. </a:t>
            </a:r>
            <a:endParaRPr lang="en-US" altLang="en-US" sz="2800" dirty="0"/>
          </a:p>
          <a:p>
            <a:r>
              <a:rPr lang="en-US" altLang="en-US" sz="2800" b="1" dirty="0">
                <a:sym typeface="+mn-ea"/>
              </a:rPr>
              <a:t>Real-time systems</a:t>
            </a:r>
            <a:r>
              <a:rPr lang="en-US" altLang="en-US" sz="2800" dirty="0">
                <a:sym typeface="+mn-ea"/>
              </a:rPr>
              <a:t> are used when there are time requirements that are very strict like </a:t>
            </a:r>
            <a:endParaRPr lang="en-US" altLang="en-US" sz="2800" dirty="0"/>
          </a:p>
          <a:p>
            <a:pPr marL="968375" lvl="1" indent="-457200">
              <a:buFont typeface="Wingdings" panose="05000000000000000000" pitchFamily="2" charset="2"/>
              <a:buChar char="Ø"/>
            </a:pPr>
            <a:r>
              <a:rPr lang="en-US" altLang="en-US" sz="2800" dirty="0">
                <a:sym typeface="+mn-ea"/>
              </a:rPr>
              <a:t>missile systems, </a:t>
            </a:r>
            <a:endParaRPr lang="en-US" altLang="en-US" sz="2800" dirty="0"/>
          </a:p>
          <a:p>
            <a:pPr marL="968375" lvl="1" indent="-457200">
              <a:buFont typeface="Wingdings" panose="05000000000000000000" pitchFamily="2" charset="2"/>
              <a:buChar char="Ø"/>
            </a:pPr>
            <a:r>
              <a:rPr lang="en-US" altLang="en-US" sz="2800" dirty="0">
                <a:sym typeface="+mn-ea"/>
              </a:rPr>
              <a:t>air traffic control systems,</a:t>
            </a:r>
            <a:endParaRPr lang="en-US" altLang="en-US" sz="2800" dirty="0"/>
          </a:p>
          <a:p>
            <a:pPr marL="968375" lvl="1" indent="-457200">
              <a:buFont typeface="Wingdings" panose="05000000000000000000" pitchFamily="2" charset="2"/>
              <a:buChar char="Ø"/>
            </a:pPr>
            <a:r>
              <a:rPr lang="en-US" altLang="en-US" sz="2800" dirty="0">
                <a:sym typeface="+mn-ea"/>
              </a:rPr>
              <a:t>robots, etc. </a:t>
            </a:r>
            <a:endParaRPr lang="en-US" altLang="en-US" sz="2800" dirty="0"/>
          </a:p>
          <a:p>
            <a:endParaRPr lang="en-US" altLang="en-US" sz="2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Text Box 99"/>
          <p:cNvSpPr txBox="1"/>
          <p:nvPr/>
        </p:nvSpPr>
        <p:spPr>
          <a:xfrm>
            <a:off x="3761105" y="2569845"/>
            <a:ext cx="7767320" cy="3208020"/>
          </a:xfrm>
          <a:prstGeom prst="rect">
            <a:avLst/>
          </a:prstGeom>
          <a:noFill/>
          <a:ln w="9525">
            <a:noFill/>
          </a:ln>
        </p:spPr>
        <p:txBody>
          <a:bodyPr wrap="square">
            <a:noAutofit/>
          </a:bodyPr>
          <a:lstStyle/>
          <a:p>
            <a:r>
              <a:rPr lang="en-US" sz="2400" b="1">
                <a:solidFill>
                  <a:srgbClr val="333333"/>
                </a:solidFill>
                <a:latin typeface="Times New Roman" panose="02020603050405020304" pitchFamily="18" charset="0"/>
              </a:rPr>
              <a:t>Hard Real-Time Systems:</a:t>
            </a:r>
            <a:endParaRPr lang="en-US" sz="2400">
              <a:solidFill>
                <a:srgbClr val="333333"/>
              </a:solidFill>
              <a:latin typeface="Times New Roman" panose="02020603050405020304" pitchFamily="18" charset="0"/>
            </a:endParaRPr>
          </a:p>
          <a:p>
            <a:r>
              <a:rPr lang="en-US" sz="2400">
                <a:solidFill>
                  <a:srgbClr val="333333"/>
                </a:solidFill>
                <a:latin typeface="Times New Roman" panose="02020603050405020304" pitchFamily="18" charset="0"/>
              </a:rPr>
              <a:t>These are used for the applications where timing is critical or response time is a major factor; even a delay of a fraction of the second can result in a disaster. </a:t>
            </a:r>
          </a:p>
          <a:p>
            <a:endParaRPr lang="en-US" sz="2400">
              <a:solidFill>
                <a:srgbClr val="333333"/>
              </a:solidFill>
              <a:latin typeface="Times New Roman" panose="02020603050405020304" pitchFamily="18" charset="0"/>
            </a:endParaRPr>
          </a:p>
          <a:p>
            <a:r>
              <a:rPr lang="en-US" sz="2400">
                <a:solidFill>
                  <a:srgbClr val="333333"/>
                </a:solidFill>
                <a:latin typeface="Times New Roman" panose="02020603050405020304" pitchFamily="18" charset="0"/>
              </a:rPr>
              <a:t>For example, airbags and automatic parachutes that open instantly in case of an accident. Besides this, these systems lack virtual </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Text Box 99"/>
          <p:cNvSpPr txBox="1"/>
          <p:nvPr/>
        </p:nvSpPr>
        <p:spPr>
          <a:xfrm>
            <a:off x="3761105" y="2447290"/>
            <a:ext cx="7677785" cy="2676525"/>
          </a:xfrm>
          <a:prstGeom prst="rect">
            <a:avLst/>
          </a:prstGeom>
          <a:noFill/>
          <a:ln w="9525">
            <a:noFill/>
          </a:ln>
        </p:spPr>
        <p:txBody>
          <a:bodyPr wrap="square">
            <a:spAutoFit/>
          </a:bodyPr>
          <a:lstStyle/>
          <a:p>
            <a:r>
              <a:rPr lang="en-US" sz="2400" b="1">
                <a:solidFill>
                  <a:srgbClr val="333333"/>
                </a:solidFill>
                <a:latin typeface="Times New Roman" panose="02020603050405020304" pitchFamily="18" charset="0"/>
              </a:rPr>
              <a:t>Soft Real-Time Systems:</a:t>
            </a:r>
            <a:endParaRPr lang="en-US" sz="2400">
              <a:solidFill>
                <a:srgbClr val="333333"/>
              </a:solidFill>
              <a:latin typeface="Times New Roman" panose="02020603050405020304" pitchFamily="18" charset="0"/>
            </a:endParaRPr>
          </a:p>
          <a:p>
            <a:r>
              <a:rPr lang="en-US" sz="2400">
                <a:solidFill>
                  <a:srgbClr val="333333"/>
                </a:solidFill>
                <a:latin typeface="Times New Roman" panose="02020603050405020304" pitchFamily="18" charset="0"/>
              </a:rPr>
              <a:t>These are used for application where timing or response time is less critical. Here, the failure to meet the deadline may result in a degraded performance instead of a disaster. </a:t>
            </a:r>
          </a:p>
          <a:p>
            <a:endParaRPr lang="en-US" sz="2400">
              <a:solidFill>
                <a:srgbClr val="333333"/>
              </a:solidFill>
              <a:latin typeface="Times New Roman" panose="02020603050405020304" pitchFamily="18" charset="0"/>
            </a:endParaRPr>
          </a:p>
          <a:p>
            <a:r>
              <a:rPr lang="en-US" sz="2400">
                <a:solidFill>
                  <a:srgbClr val="333333"/>
                </a:solidFill>
                <a:latin typeface="Times New Roman" panose="02020603050405020304" pitchFamily="18" charset="0"/>
              </a:rPr>
              <a:t>For example, video surveillance (cctv), video player, virtual reality, etc. </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2865120" y="1993265"/>
            <a:ext cx="9027160" cy="4123055"/>
          </a:xfrm>
          <a:prstGeom prst="rect">
            <a:avLst/>
          </a:prstGeom>
          <a:noFill/>
          <a:ln w="9525">
            <a:noFill/>
          </a:ln>
        </p:spPr>
        <p:txBody>
          <a:bodyPr wrap="square">
            <a:spAutoFit/>
          </a:bodyPr>
          <a:lstStyle/>
          <a:p>
            <a:r>
              <a:rPr lang="en-US" sz="2200" b="1">
                <a:solidFill>
                  <a:srgbClr val="333333"/>
                </a:solidFill>
                <a:latin typeface="Times New Roman" panose="02020603050405020304" pitchFamily="18" charset="0"/>
              </a:rPr>
              <a:t>Advantages of real-time operating system:</a:t>
            </a:r>
            <a:endParaRPr lang="en-US" sz="1800">
              <a:latin typeface="Courier New" panose="02070309020205020404" charset="0"/>
            </a:endParaRPr>
          </a:p>
          <a:p>
            <a:r>
              <a:rPr lang="en-US" sz="1800">
                <a:latin typeface="Courier New" panose="02070309020205020404" charset="0"/>
              </a:rPr>
              <a:t>o </a:t>
            </a:r>
            <a:r>
              <a:rPr lang="en-US" sz="2200">
                <a:latin typeface="Times New Roman" panose="02020603050405020304" pitchFamily="18" charset="0"/>
              </a:rPr>
              <a:t>The output is more and quick owing to the maximum utilization of devices and system</a:t>
            </a:r>
            <a:endParaRPr lang="en-US" sz="1800">
              <a:latin typeface="Courier New" panose="02070309020205020404" charset="0"/>
            </a:endParaRPr>
          </a:p>
          <a:p>
            <a:r>
              <a:rPr lang="en-US" sz="1800">
                <a:latin typeface="Courier New" panose="02070309020205020404" charset="0"/>
              </a:rPr>
              <a:t>o </a:t>
            </a:r>
            <a:r>
              <a:rPr lang="en-US" sz="2200">
                <a:latin typeface="Times New Roman" panose="02020603050405020304" pitchFamily="18" charset="0"/>
              </a:rPr>
              <a:t>Task shifting is very quick, e.g., 3 microseconds, due to which it seems that several tasks are executed simultaneously</a:t>
            </a:r>
            <a:endParaRPr lang="en-US" sz="1800">
              <a:latin typeface="Courier New" panose="02070309020205020404" charset="0"/>
            </a:endParaRPr>
          </a:p>
          <a:p>
            <a:r>
              <a:rPr lang="en-US" sz="1800">
                <a:latin typeface="Courier New" panose="02070309020205020404" charset="0"/>
              </a:rPr>
              <a:t>o </a:t>
            </a:r>
            <a:r>
              <a:rPr lang="en-US" sz="2200">
                <a:latin typeface="Times New Roman" panose="02020603050405020304" pitchFamily="18" charset="0"/>
              </a:rPr>
              <a:t>Gives more importance to the currently running applications than the queued application</a:t>
            </a:r>
            <a:endParaRPr lang="en-US" sz="1800">
              <a:latin typeface="Courier New" panose="02070309020205020404" charset="0"/>
            </a:endParaRPr>
          </a:p>
          <a:p>
            <a:r>
              <a:rPr lang="en-US" sz="1800">
                <a:latin typeface="Courier New" panose="02070309020205020404" charset="0"/>
              </a:rPr>
              <a:t>o </a:t>
            </a:r>
            <a:r>
              <a:rPr lang="en-US" sz="2200">
                <a:latin typeface="Times New Roman" panose="02020603050405020304" pitchFamily="18" charset="0"/>
              </a:rPr>
              <a:t>It can be used in embedded systems like in transport and others.</a:t>
            </a:r>
            <a:endParaRPr lang="en-US" sz="1800">
              <a:latin typeface="Courier New" panose="02070309020205020404" charset="0"/>
            </a:endParaRPr>
          </a:p>
          <a:p>
            <a:r>
              <a:rPr lang="en-US" sz="1800">
                <a:latin typeface="Courier New" panose="02070309020205020404" charset="0"/>
              </a:rPr>
              <a:t>o </a:t>
            </a:r>
            <a:r>
              <a:rPr lang="en-US" sz="2200">
                <a:latin typeface="Times New Roman" panose="02020603050405020304" pitchFamily="18" charset="0"/>
              </a:rPr>
              <a:t>It is free of errors.</a:t>
            </a:r>
          </a:p>
          <a:p>
            <a:endParaRPr lang="en-US" sz="2200">
              <a:latin typeface="Times New Roman" panose="02020603050405020304" pitchFamily="18" charset="0"/>
            </a:endParaRPr>
          </a:p>
          <a:p>
            <a:r>
              <a:rPr lang="en-US" sz="2200">
                <a:latin typeface="Times New Roman" panose="02020603050405020304" pitchFamily="18" charset="0"/>
              </a:rPr>
              <a:t> </a:t>
            </a:r>
            <a:r>
              <a:rPr lang="en-US" sz="2400">
                <a:sym typeface="+mn-ea"/>
              </a:rPr>
              <a:t>Memory is allocated appropriately.</a:t>
            </a:r>
            <a:endParaRPr lang="en-US" sz="2400">
              <a:latin typeface="Courier New" panose="02070309020205020404" charset="0"/>
            </a:endParaRPr>
          </a:p>
          <a:p>
            <a:r>
              <a:rPr lang="en-US" sz="1800">
                <a:latin typeface="Courier New" panose="02070309020205020404" charset="0"/>
              </a:rPr>
              <a:t>o </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Text Box 100"/>
          <p:cNvSpPr txBox="1"/>
          <p:nvPr/>
        </p:nvSpPr>
        <p:spPr>
          <a:xfrm>
            <a:off x="3296285" y="1852295"/>
            <a:ext cx="7359015" cy="3815080"/>
          </a:xfrm>
          <a:prstGeom prst="rect">
            <a:avLst/>
          </a:prstGeom>
          <a:noFill/>
          <a:ln w="9525">
            <a:noFill/>
          </a:ln>
        </p:spPr>
        <p:txBody>
          <a:bodyPr wrap="square">
            <a:spAutoFit/>
          </a:bodyPr>
          <a:lstStyle/>
          <a:p>
            <a:pPr marL="171450" indent="-171450"/>
            <a:endParaRPr lang="en-US" sz="2200" b="1">
              <a:solidFill>
                <a:srgbClr val="333333"/>
              </a:solidFill>
              <a:latin typeface="Times New Roman" panose="02020603050405020304" pitchFamily="18" charset="0"/>
            </a:endParaRPr>
          </a:p>
          <a:p>
            <a:r>
              <a:rPr lang="en-US" sz="2200" b="1">
                <a:solidFill>
                  <a:srgbClr val="333333"/>
                </a:solidFill>
                <a:latin typeface="Times New Roman" panose="02020603050405020304" pitchFamily="18" charset="0"/>
              </a:rPr>
              <a:t>Disadvantages of real-time operating system:</a:t>
            </a:r>
            <a:endParaRPr lang="en-US" sz="1800">
              <a:latin typeface="Courier New" panose="02070309020205020404" charset="0"/>
            </a:endParaRPr>
          </a:p>
          <a:p>
            <a:r>
              <a:rPr lang="en-US" sz="1800">
                <a:latin typeface="Courier New" panose="02070309020205020404" charset="0"/>
              </a:rPr>
              <a:t>o </a:t>
            </a:r>
            <a:r>
              <a:rPr lang="en-US" sz="2200">
                <a:latin typeface="Times New Roman" panose="02020603050405020304" pitchFamily="18" charset="0"/>
              </a:rPr>
              <a:t>A fewer number of tasks can run simultaneously to avoid errors.</a:t>
            </a:r>
            <a:endParaRPr lang="en-US" sz="1800">
              <a:latin typeface="Courier New" panose="02070309020205020404" charset="0"/>
            </a:endParaRPr>
          </a:p>
          <a:p>
            <a:r>
              <a:rPr lang="en-US" sz="1800">
                <a:latin typeface="Courier New" panose="02070309020205020404" charset="0"/>
              </a:rPr>
              <a:t>o </a:t>
            </a:r>
            <a:r>
              <a:rPr lang="en-US" sz="2200">
                <a:latin typeface="Times New Roman" panose="02020603050405020304" pitchFamily="18" charset="0"/>
              </a:rPr>
              <a:t>It is not easy for a designer to write complex and difficult algorithms or proficient programs required to get the desired output.</a:t>
            </a:r>
            <a:endParaRPr lang="en-US" sz="1800">
              <a:latin typeface="Courier New" panose="02070309020205020404" charset="0"/>
            </a:endParaRPr>
          </a:p>
          <a:p>
            <a:r>
              <a:rPr lang="en-US" sz="1800">
                <a:latin typeface="Courier New" panose="02070309020205020404" charset="0"/>
              </a:rPr>
              <a:t>o </a:t>
            </a:r>
            <a:r>
              <a:rPr lang="en-US" sz="2200">
                <a:latin typeface="Times New Roman" panose="02020603050405020304" pitchFamily="18" charset="0"/>
              </a:rPr>
              <a:t>Specific drivers and interrupt signals are required to respond to interrupts quickly.</a:t>
            </a:r>
            <a:endParaRPr lang="en-US" sz="1800">
              <a:latin typeface="Courier New" panose="02070309020205020404" charset="0"/>
            </a:endParaRPr>
          </a:p>
          <a:p>
            <a:r>
              <a:rPr lang="en-US" sz="1800">
                <a:latin typeface="Courier New" panose="02070309020205020404" charset="0"/>
              </a:rPr>
              <a:t>o </a:t>
            </a:r>
            <a:r>
              <a:rPr lang="en-US" sz="2200">
                <a:latin typeface="Times New Roman" panose="02020603050405020304" pitchFamily="18" charset="0"/>
              </a:rPr>
              <a:t>It may be very expensive due to the involvement of the resources required to work.</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136440" y="2110972"/>
            <a:ext cx="6299200" cy="4247317"/>
          </a:xfrm>
          <a:prstGeom prst="rect">
            <a:avLst/>
          </a:prstGeom>
        </p:spPr>
        <p:txBody>
          <a:bodyPr>
            <a:spAutoFit/>
          </a:bodyPr>
          <a:lstStyle/>
          <a:p>
            <a:r>
              <a:rPr lang="en-US" b="1" dirty="0" smtClean="0"/>
              <a:t>System components</a:t>
            </a:r>
          </a:p>
          <a:p>
            <a:endParaRPr lang="en-US" b="1" dirty="0" smtClean="0"/>
          </a:p>
          <a:p>
            <a:r>
              <a:rPr lang="en-US" dirty="0" smtClean="0"/>
              <a:t>Process Management</a:t>
            </a:r>
          </a:p>
          <a:p>
            <a:r>
              <a:rPr lang="en-US" dirty="0" smtClean="0"/>
              <a:t>I/O Device Management</a:t>
            </a:r>
          </a:p>
          <a:p>
            <a:r>
              <a:rPr lang="en-US" dirty="0" smtClean="0"/>
              <a:t>File Management</a:t>
            </a:r>
          </a:p>
          <a:p>
            <a:r>
              <a:rPr lang="en-US" dirty="0" smtClean="0"/>
              <a:t>Network Management</a:t>
            </a:r>
          </a:p>
          <a:p>
            <a:r>
              <a:rPr lang="en-US" dirty="0" smtClean="0"/>
              <a:t>Main Memory Management</a:t>
            </a:r>
          </a:p>
          <a:p>
            <a:r>
              <a:rPr lang="en-US" dirty="0" smtClean="0"/>
              <a:t>Secondary Storage Management</a:t>
            </a:r>
          </a:p>
          <a:p>
            <a:r>
              <a:rPr lang="en-US" dirty="0" smtClean="0"/>
              <a:t>Security Management</a:t>
            </a:r>
          </a:p>
          <a:p>
            <a:r>
              <a:rPr lang="en-US" dirty="0" smtClean="0"/>
              <a:t>Command Interpreter System</a:t>
            </a:r>
            <a:endParaRPr 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912323" y="1753912"/>
            <a:ext cx="9450387" cy="5088573"/>
          </a:xfrm>
          <a:prstGeom prst="rect">
            <a:avLst/>
          </a:prstGeom>
        </p:spPr>
        <p:txBody>
          <a:bodyPr wrap="square">
            <a:spAutoFit/>
          </a:bodyPr>
          <a:lstStyle/>
          <a:p>
            <a:r>
              <a:rPr lang="en-US" altLang="en-US" sz="2400" b="1" dirty="0" smtClean="0"/>
              <a:t>A </a:t>
            </a:r>
            <a:r>
              <a:rPr lang="en-US" altLang="en-US" sz="2400" b="1" i="1" dirty="0" smtClean="0"/>
              <a:t>process </a:t>
            </a:r>
            <a:r>
              <a:rPr lang="en-US" altLang="en-US" sz="2400" b="1" dirty="0" smtClean="0"/>
              <a:t>is a program in execution.</a:t>
            </a:r>
          </a:p>
          <a:p>
            <a:r>
              <a:rPr lang="en-US" altLang="en-US" sz="2400" dirty="0" smtClean="0">
                <a:cs typeface="Trebuchet MS" panose="020B0603020202020204" pitchFamily="34" charset="0"/>
              </a:rPr>
              <a:t>A process needs certain resources, including CPU time, memory, files, and I/O devices to accomplish its task.</a:t>
            </a:r>
          </a:p>
          <a:p>
            <a:pPr algn="just">
              <a:spcBef>
                <a:spcPts val="1115"/>
              </a:spcBef>
            </a:pPr>
            <a:r>
              <a:rPr lang="en-US" altLang="en-US" sz="2400" dirty="0" smtClean="0">
                <a:cs typeface="Trebuchet MS" panose="020B0603020202020204" pitchFamily="34" charset="0"/>
              </a:rPr>
              <a:t>Simultaneous execution leads to multiple processes. Hence creation, execution and termination of a process  are the most basic functionality of an OS</a:t>
            </a:r>
          </a:p>
          <a:p>
            <a:pPr algn="just">
              <a:spcBef>
                <a:spcPts val="1115"/>
              </a:spcBef>
            </a:pPr>
            <a:r>
              <a:rPr lang="en-US" altLang="en-US" sz="2400" dirty="0" smtClean="0">
                <a:cs typeface="Trebuchet MS" panose="020B0603020202020204" pitchFamily="34" charset="0"/>
              </a:rPr>
              <a:t>If processes are </a:t>
            </a:r>
            <a:r>
              <a:rPr lang="en-US" altLang="en-US" sz="2400" dirty="0" smtClean="0">
                <a:solidFill>
                  <a:srgbClr val="00B0F0"/>
                </a:solidFill>
                <a:cs typeface="Trebuchet MS" panose="020B0603020202020204" pitchFamily="34" charset="0"/>
              </a:rPr>
              <a:t>dependent</a:t>
            </a:r>
            <a:r>
              <a:rPr lang="en-US" altLang="en-US" sz="2400" dirty="0" smtClean="0">
                <a:cs typeface="Trebuchet MS" panose="020B0603020202020204" pitchFamily="34" charset="0"/>
              </a:rPr>
              <a:t>, than they may try to share same resources. thus task of </a:t>
            </a:r>
            <a:r>
              <a:rPr lang="en-US" altLang="en-US" sz="2400" dirty="0" smtClean="0">
                <a:solidFill>
                  <a:srgbClr val="00B0F0"/>
                </a:solidFill>
                <a:cs typeface="Trebuchet MS" panose="020B0603020202020204" pitchFamily="34" charset="0"/>
              </a:rPr>
              <a:t>process synchronization  </a:t>
            </a:r>
            <a:r>
              <a:rPr lang="en-US" altLang="en-US" sz="2400" dirty="0" smtClean="0">
                <a:cs typeface="Trebuchet MS" panose="020B0603020202020204" pitchFamily="34" charset="0"/>
              </a:rPr>
              <a:t>comes to the picture.</a:t>
            </a:r>
          </a:p>
          <a:p>
            <a:pPr algn="just">
              <a:spcBef>
                <a:spcPts val="1115"/>
              </a:spcBef>
            </a:pPr>
            <a:r>
              <a:rPr lang="en-US" altLang="en-US" sz="2400" dirty="0" smtClean="0">
                <a:cs typeface="Trebuchet MS" panose="020B0603020202020204" pitchFamily="34" charset="0"/>
              </a:rPr>
              <a:t>If processes are </a:t>
            </a:r>
            <a:r>
              <a:rPr lang="en-US" altLang="en-US" sz="2400" dirty="0" smtClean="0">
                <a:solidFill>
                  <a:srgbClr val="00B0F0"/>
                </a:solidFill>
                <a:cs typeface="Trebuchet MS" panose="020B0603020202020204" pitchFamily="34" charset="0"/>
              </a:rPr>
              <a:t>independent</a:t>
            </a:r>
            <a:r>
              <a:rPr lang="en-US" altLang="en-US" sz="2400" dirty="0" smtClean="0">
                <a:cs typeface="Trebuchet MS" panose="020B0603020202020204" pitchFamily="34" charset="0"/>
              </a:rPr>
              <a:t>, than a due care needs to be taken to avoid their overlapping in memory area.</a:t>
            </a:r>
          </a:p>
          <a:p>
            <a:pPr algn="just">
              <a:spcBef>
                <a:spcPts val="1115"/>
              </a:spcBef>
            </a:pPr>
            <a:r>
              <a:rPr lang="en-US" altLang="en-US" sz="2400" dirty="0" smtClean="0">
                <a:cs typeface="Trebuchet MS" panose="020B0603020202020204" pitchFamily="34" charset="0"/>
              </a:rPr>
              <a:t>Based on priority, it is important to allow more  important processes to execute first than others.</a:t>
            </a:r>
            <a:endParaRPr lang="en-US" altLang="en-US" sz="2400" dirty="0">
              <a:cs typeface="Trebuchet MS" panose="020B0603020202020204" pitchFamily="34" charset="0"/>
            </a:endParaRPr>
          </a:p>
        </p:txBody>
      </p:sp>
      <p:sp>
        <p:nvSpPr>
          <p:cNvPr id="5" name="Rectangle 4"/>
          <p:cNvSpPr/>
          <p:nvPr/>
        </p:nvSpPr>
        <p:spPr>
          <a:xfrm>
            <a:off x="4260141" y="736071"/>
            <a:ext cx="3137397" cy="507831"/>
          </a:xfrm>
          <a:prstGeom prst="rect">
            <a:avLst/>
          </a:prstGeom>
        </p:spPr>
        <p:txBody>
          <a:bodyPr wrap="none">
            <a:spAutoFit/>
          </a:bodyPr>
          <a:lstStyle/>
          <a:p>
            <a:r>
              <a:rPr lang="en-US" dirty="0" smtClean="0"/>
              <a:t>Process Management</a:t>
            </a:r>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15643" y="743124"/>
            <a:ext cx="6078908" cy="523220"/>
          </a:xfrm>
          <a:prstGeom prst="rect">
            <a:avLst/>
          </a:prstGeom>
        </p:spPr>
        <p:txBody>
          <a:bodyPr wrap="none">
            <a:spAutoFit/>
          </a:bodyPr>
          <a:lstStyle/>
          <a:p>
            <a:r>
              <a:rPr lang="en-US" altLang="en-US" sz="2800" dirty="0" smtClean="0"/>
              <a:t>Device Management or I/O Management</a:t>
            </a:r>
            <a:endParaRPr lang="en-US" dirty="0"/>
          </a:p>
        </p:txBody>
      </p:sp>
      <p:sp>
        <p:nvSpPr>
          <p:cNvPr id="3" name="Rectangle 2"/>
          <p:cNvSpPr/>
          <p:nvPr/>
        </p:nvSpPr>
        <p:spPr>
          <a:xfrm>
            <a:off x="1484619" y="1769806"/>
            <a:ext cx="9060477" cy="5016758"/>
          </a:xfrm>
          <a:prstGeom prst="rect">
            <a:avLst/>
          </a:prstGeom>
        </p:spPr>
        <p:txBody>
          <a:bodyPr wrap="square">
            <a:spAutoFit/>
          </a:bodyPr>
          <a:lstStyle/>
          <a:p>
            <a:pPr algn="just"/>
            <a:r>
              <a:rPr lang="en-IN" altLang="en-US" sz="2000" i="1" dirty="0" smtClean="0">
                <a:solidFill>
                  <a:srgbClr val="0070C0"/>
                </a:solidFill>
              </a:rPr>
              <a:t>Device controllers </a:t>
            </a:r>
            <a:r>
              <a:rPr lang="en-IN" altLang="en-US" sz="2000" i="1" dirty="0" smtClean="0"/>
              <a:t>are components on the motherboard (or on expansion cards) that act as an interface between the CPU and the actual device.</a:t>
            </a:r>
          </a:p>
          <a:p>
            <a:pPr algn="just"/>
            <a:r>
              <a:rPr lang="en-IN" altLang="en-US" sz="2000" i="1" dirty="0" smtClean="0">
                <a:solidFill>
                  <a:srgbClr val="0070C0"/>
                </a:solidFill>
              </a:rPr>
              <a:t>Device drivers, </a:t>
            </a:r>
            <a:r>
              <a:rPr lang="en-IN" altLang="en-US" sz="2000" i="1" dirty="0" smtClean="0"/>
              <a:t>which are the operating system software components that interact with the devices controllers.</a:t>
            </a:r>
          </a:p>
          <a:p>
            <a:pPr algn="just"/>
            <a:r>
              <a:rPr lang="en-IN" altLang="en-US" sz="2000" dirty="0" smtClean="0"/>
              <a:t>A special device (inside CPU) called the </a:t>
            </a:r>
            <a:r>
              <a:rPr lang="en-IN" altLang="en-US" sz="2000" dirty="0" smtClean="0">
                <a:solidFill>
                  <a:srgbClr val="0070C0"/>
                </a:solidFill>
              </a:rPr>
              <a:t>Interrupt Controller </a:t>
            </a:r>
            <a:r>
              <a:rPr lang="en-IN" altLang="en-US" sz="2000" dirty="0" smtClean="0"/>
              <a:t>handles the task of receiving interrupt requests and  prioritizes them to be forwarded to the processor. </a:t>
            </a:r>
          </a:p>
          <a:p>
            <a:pPr algn="just"/>
            <a:r>
              <a:rPr lang="en-IN" altLang="en-US" sz="2000" dirty="0" smtClean="0">
                <a:solidFill>
                  <a:srgbClr val="0070C0"/>
                </a:solidFill>
              </a:rPr>
              <a:t>Deadlocks</a:t>
            </a:r>
            <a:r>
              <a:rPr lang="en-IN" altLang="en-US" sz="2000" dirty="0" smtClean="0"/>
              <a:t> can occur when two (or more) processes have control of different I/O resources that are needed by the other processes, and they are unwilling to give up control of the device.</a:t>
            </a:r>
            <a:endParaRPr lang="en-US" altLang="en-US" sz="2000" dirty="0" smtClean="0"/>
          </a:p>
          <a:p>
            <a:pPr algn="just"/>
            <a:r>
              <a:rPr lang="en-US" altLang="en-US" sz="2000" dirty="0" smtClean="0"/>
              <a:t>It performs the following activities for device management.</a:t>
            </a:r>
          </a:p>
          <a:p>
            <a:pPr lvl="1" algn="just">
              <a:buFont typeface="Wingdings" panose="05000000000000000000" pitchFamily="2" charset="2"/>
              <a:buChar char="Ø"/>
            </a:pPr>
            <a:r>
              <a:rPr lang="en-US" altLang="en-US" sz="2000" dirty="0" smtClean="0"/>
              <a:t>Keeps tracks of all devices connected to system. </a:t>
            </a:r>
          </a:p>
          <a:p>
            <a:pPr lvl="1" algn="just">
              <a:buFont typeface="Wingdings" panose="05000000000000000000" pitchFamily="2" charset="2"/>
              <a:buChar char="Ø"/>
            </a:pPr>
            <a:r>
              <a:rPr lang="en-US" altLang="en-US" sz="2000" dirty="0" smtClean="0"/>
              <a:t>Designates a program responsible for every device known as  Input/output controller. </a:t>
            </a:r>
          </a:p>
          <a:p>
            <a:pPr lvl="1" algn="just">
              <a:buFont typeface="Wingdings" panose="05000000000000000000" pitchFamily="2" charset="2"/>
              <a:buChar char="Ø"/>
            </a:pPr>
            <a:r>
              <a:rPr lang="en-US" altLang="en-US" sz="2000" dirty="0" smtClean="0"/>
              <a:t>Decides which process gets access to a certain device and for how long.</a:t>
            </a:r>
          </a:p>
          <a:p>
            <a:pPr lvl="1" algn="just">
              <a:buFont typeface="Wingdings" panose="05000000000000000000" pitchFamily="2" charset="2"/>
              <a:buChar char="Ø"/>
            </a:pPr>
            <a:r>
              <a:rPr lang="en-US" altLang="en-US" sz="2000" dirty="0" smtClean="0"/>
              <a:t>Allocates devices in an effective and efficient way. </a:t>
            </a:r>
          </a:p>
          <a:p>
            <a:pPr lvl="1" algn="just">
              <a:buFont typeface="Wingdings" panose="05000000000000000000" pitchFamily="2" charset="2"/>
              <a:buChar char="Ø"/>
            </a:pPr>
            <a:r>
              <a:rPr lang="en-US" altLang="en-US" sz="2000" dirty="0" err="1" smtClean="0"/>
              <a:t>Deallocates</a:t>
            </a:r>
            <a:r>
              <a:rPr lang="en-US" altLang="en-US" sz="2000" dirty="0" smtClean="0"/>
              <a:t> devices when they are no longer required. </a:t>
            </a:r>
            <a:endParaRPr lang="en-US" altLang="en-US" sz="20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682060" y="809813"/>
            <a:ext cx="2618024" cy="507831"/>
          </a:xfrm>
          <a:prstGeom prst="rect">
            <a:avLst/>
          </a:prstGeom>
        </p:spPr>
        <p:txBody>
          <a:bodyPr wrap="none">
            <a:spAutoFit/>
          </a:bodyPr>
          <a:lstStyle/>
          <a:p>
            <a:r>
              <a:rPr lang="en-US" altLang="en-US" dirty="0" smtClean="0"/>
              <a:t>File Management</a:t>
            </a:r>
            <a:endParaRPr lang="en-US" dirty="0"/>
          </a:p>
        </p:txBody>
      </p:sp>
      <p:sp>
        <p:nvSpPr>
          <p:cNvPr id="3" name="Rectangle 2"/>
          <p:cNvSpPr/>
          <p:nvPr/>
        </p:nvSpPr>
        <p:spPr>
          <a:xfrm>
            <a:off x="1587858" y="1622323"/>
            <a:ext cx="9450387" cy="5318379"/>
          </a:xfrm>
          <a:prstGeom prst="rect">
            <a:avLst/>
          </a:prstGeom>
        </p:spPr>
        <p:txBody>
          <a:bodyPr wrap="square">
            <a:spAutoFit/>
          </a:bodyPr>
          <a:lstStyle/>
          <a:p>
            <a:pPr marL="382905" lvl="0" indent="-382905" algn="just">
              <a:spcBef>
                <a:spcPct val="20000"/>
              </a:spcBef>
              <a:buFontTx/>
              <a:buChar char="•"/>
              <a:defRPr/>
            </a:pPr>
            <a:r>
              <a:rPr lang="en-US" altLang="en-US" sz="2200" kern="0" dirty="0" smtClean="0"/>
              <a:t>A file is a collection of related information defined by its creator. </a:t>
            </a:r>
          </a:p>
          <a:p>
            <a:pPr marL="382905" lvl="0" indent="-382905" algn="just">
              <a:spcBef>
                <a:spcPct val="20000"/>
              </a:spcBef>
              <a:buFontTx/>
              <a:buChar char="•"/>
              <a:defRPr/>
            </a:pPr>
            <a:r>
              <a:rPr lang="en-IN" sz="2400" i="1" kern="0" dirty="0" smtClean="0">
                <a:solidFill>
                  <a:srgbClr val="0070C0"/>
                </a:solidFill>
              </a:rPr>
              <a:t>File systems </a:t>
            </a:r>
            <a:r>
              <a:rPr lang="en-IN" sz="2400" i="1" kern="0" dirty="0" smtClean="0"/>
              <a:t>provide the conventions for the encoding, storage and management of data on a storage device such as a hard disk.</a:t>
            </a:r>
            <a:endParaRPr lang="en-IN" sz="2400" kern="0" dirty="0" smtClean="0"/>
          </a:p>
          <a:p>
            <a:pPr marL="830580" lvl="1" indent="-319405">
              <a:spcBef>
                <a:spcPct val="20000"/>
              </a:spcBef>
              <a:buFont typeface="Wingdings" panose="05000000000000000000" pitchFamily="2" charset="2"/>
              <a:buChar char="Ø"/>
              <a:defRPr/>
            </a:pPr>
            <a:r>
              <a:rPr lang="en-IN" sz="1400" kern="0" dirty="0" smtClean="0"/>
              <a:t>FAT12 (floppy disks) </a:t>
            </a:r>
          </a:p>
          <a:p>
            <a:pPr marL="830580" lvl="1" indent="-319405">
              <a:spcBef>
                <a:spcPct val="20000"/>
              </a:spcBef>
              <a:buFont typeface="Wingdings" panose="05000000000000000000" pitchFamily="2" charset="2"/>
              <a:buChar char="Ø"/>
              <a:defRPr/>
            </a:pPr>
            <a:r>
              <a:rPr lang="en-IN" sz="1400" kern="0" dirty="0" smtClean="0"/>
              <a:t>FAT16 (DOS and older versions of Windows) </a:t>
            </a:r>
          </a:p>
          <a:p>
            <a:pPr marL="830580" lvl="1" indent="-319405">
              <a:spcBef>
                <a:spcPct val="20000"/>
              </a:spcBef>
              <a:buFont typeface="Wingdings" panose="05000000000000000000" pitchFamily="2" charset="2"/>
              <a:buChar char="Ø"/>
              <a:defRPr/>
            </a:pPr>
            <a:r>
              <a:rPr lang="en-IN" sz="1400" kern="0" dirty="0" smtClean="0"/>
              <a:t>FAT32 (older versions of Windows) </a:t>
            </a:r>
          </a:p>
          <a:p>
            <a:pPr marL="830580" lvl="1" indent="-319405">
              <a:spcBef>
                <a:spcPct val="20000"/>
              </a:spcBef>
              <a:buFont typeface="Wingdings" panose="05000000000000000000" pitchFamily="2" charset="2"/>
              <a:buChar char="Ø"/>
              <a:defRPr/>
            </a:pPr>
            <a:r>
              <a:rPr lang="en-IN" sz="1400" kern="0" dirty="0" smtClean="0"/>
              <a:t>NTFS (newer versions of Windows) </a:t>
            </a:r>
          </a:p>
          <a:p>
            <a:pPr marL="830580" lvl="1" indent="-319405">
              <a:spcBef>
                <a:spcPct val="20000"/>
              </a:spcBef>
              <a:buFont typeface="Wingdings" panose="05000000000000000000" pitchFamily="2" charset="2"/>
              <a:buChar char="Ø"/>
              <a:defRPr/>
            </a:pPr>
            <a:r>
              <a:rPr lang="en-IN" sz="1400" kern="0" dirty="0" smtClean="0"/>
              <a:t>EXT3 (Unix/Linux) </a:t>
            </a:r>
          </a:p>
          <a:p>
            <a:pPr marL="830580" lvl="1" indent="-319405">
              <a:spcBef>
                <a:spcPct val="20000"/>
              </a:spcBef>
              <a:buFont typeface="Wingdings" panose="05000000000000000000" pitchFamily="2" charset="2"/>
              <a:buChar char="Ø"/>
              <a:defRPr/>
            </a:pPr>
            <a:r>
              <a:rPr lang="en-IN" sz="1400" kern="0" dirty="0" smtClean="0"/>
              <a:t>HFS+ (Max OS X) </a:t>
            </a:r>
            <a:endParaRPr lang="en-US" altLang="en-US" sz="1400" kern="0" dirty="0" smtClean="0"/>
          </a:p>
          <a:p>
            <a:pPr marL="382905" lvl="0" indent="-382905" algn="just">
              <a:spcBef>
                <a:spcPct val="20000"/>
              </a:spcBef>
              <a:buFontTx/>
              <a:buChar char="•"/>
              <a:defRPr/>
            </a:pPr>
            <a:r>
              <a:rPr lang="en-US" altLang="en-US" sz="2000" kern="0" dirty="0" smtClean="0"/>
              <a:t>The operating system is responsible for the following activities in connections with file management:</a:t>
            </a:r>
          </a:p>
          <a:p>
            <a:pPr lvl="1" indent="0" algn="just">
              <a:spcBef>
                <a:spcPct val="20000"/>
              </a:spcBef>
              <a:defRPr/>
            </a:pPr>
            <a:r>
              <a:rPr lang="en-US" altLang="en-US" sz="2000" kern="0" dirty="0" smtClean="0"/>
              <a:t>✦ File creation and deletion.</a:t>
            </a:r>
          </a:p>
          <a:p>
            <a:pPr lvl="1" indent="0" algn="just">
              <a:spcBef>
                <a:spcPct val="20000"/>
              </a:spcBef>
              <a:defRPr/>
            </a:pPr>
            <a:r>
              <a:rPr lang="en-US" altLang="en-US" sz="2000" kern="0" dirty="0" smtClean="0"/>
              <a:t>✦ Directory creation and deletion.</a:t>
            </a:r>
          </a:p>
          <a:p>
            <a:pPr lvl="1" indent="0" algn="just">
              <a:spcBef>
                <a:spcPct val="20000"/>
              </a:spcBef>
              <a:defRPr/>
            </a:pPr>
            <a:r>
              <a:rPr lang="en-US" altLang="en-US" sz="2000" kern="0" dirty="0" smtClean="0"/>
              <a:t>✦ Support of primitives for manipulating files and directories.</a:t>
            </a:r>
          </a:p>
          <a:p>
            <a:pPr lvl="1" indent="0" algn="just">
              <a:spcBef>
                <a:spcPct val="20000"/>
              </a:spcBef>
              <a:defRPr/>
            </a:pPr>
            <a:r>
              <a:rPr lang="en-US" altLang="en-US" sz="2000" kern="0" dirty="0" smtClean="0"/>
              <a:t>✦ Mapping files onto secondary storage.</a:t>
            </a:r>
          </a:p>
          <a:p>
            <a:pPr lvl="1" indent="0" algn="just">
              <a:spcBef>
                <a:spcPct val="20000"/>
              </a:spcBef>
              <a:defRPr/>
            </a:pPr>
            <a:r>
              <a:rPr lang="en-US" altLang="en-US" sz="2000" kern="0" dirty="0" smtClean="0"/>
              <a:t>✦ File backup on stable (nonvolatile) storage media.</a:t>
            </a:r>
            <a:endParaRPr lang="en-US" altLang="en-US" sz="2000" kern="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596152" y="706573"/>
            <a:ext cx="3291286" cy="507831"/>
          </a:xfrm>
          <a:prstGeom prst="rect">
            <a:avLst/>
          </a:prstGeom>
        </p:spPr>
        <p:txBody>
          <a:bodyPr wrap="none">
            <a:spAutoFit/>
          </a:bodyPr>
          <a:lstStyle/>
          <a:p>
            <a:r>
              <a:rPr lang="en-US" dirty="0" smtClean="0"/>
              <a:t>Network Management</a:t>
            </a:r>
          </a:p>
        </p:txBody>
      </p:sp>
      <p:sp>
        <p:nvSpPr>
          <p:cNvPr id="4" name="Rectangle 3"/>
          <p:cNvSpPr/>
          <p:nvPr/>
        </p:nvSpPr>
        <p:spPr>
          <a:xfrm>
            <a:off x="1897575" y="1896106"/>
            <a:ext cx="10092864" cy="1569660"/>
          </a:xfrm>
          <a:prstGeom prst="rect">
            <a:avLst/>
          </a:prstGeom>
        </p:spPr>
        <p:txBody>
          <a:bodyPr wrap="square">
            <a:spAutoFit/>
          </a:bodyPr>
          <a:lstStyle/>
          <a:p>
            <a:r>
              <a:rPr lang="en-US" sz="2400" dirty="0" smtClean="0"/>
              <a:t>Network management is the process of managing and administering a computer network. </a:t>
            </a:r>
          </a:p>
          <a:p>
            <a:r>
              <a:rPr lang="en-US" sz="2400" dirty="0" smtClean="0"/>
              <a:t>A computer network is a collection of various types of computers connected with each other.</a:t>
            </a:r>
            <a:endParaRPr lang="en-US" sz="2400" dirty="0"/>
          </a:p>
        </p:txBody>
      </p:sp>
      <p:sp>
        <p:nvSpPr>
          <p:cNvPr id="5" name="Rectangle 4"/>
          <p:cNvSpPr/>
          <p:nvPr/>
        </p:nvSpPr>
        <p:spPr>
          <a:xfrm>
            <a:off x="1809085" y="3471640"/>
            <a:ext cx="8072334" cy="3000821"/>
          </a:xfrm>
          <a:prstGeom prst="rect">
            <a:avLst/>
          </a:prstGeom>
        </p:spPr>
        <p:txBody>
          <a:bodyPr wrap="square">
            <a:spAutoFit/>
          </a:bodyPr>
          <a:lstStyle/>
          <a:p>
            <a:r>
              <a:rPr lang="en-US" dirty="0" smtClean="0"/>
              <a:t>Following are the features of network management:</a:t>
            </a:r>
          </a:p>
          <a:p>
            <a:endParaRPr lang="en-US" dirty="0" smtClean="0"/>
          </a:p>
          <a:p>
            <a:r>
              <a:rPr lang="en-US" dirty="0" smtClean="0"/>
              <a:t>Network administration</a:t>
            </a:r>
          </a:p>
          <a:p>
            <a:r>
              <a:rPr lang="en-US" dirty="0" smtClean="0"/>
              <a:t>Network maintenance</a:t>
            </a:r>
          </a:p>
          <a:p>
            <a:r>
              <a:rPr lang="en-US" dirty="0" smtClean="0"/>
              <a:t>Network operation</a:t>
            </a:r>
          </a:p>
          <a:p>
            <a:r>
              <a:rPr lang="en-US" dirty="0" smtClean="0"/>
              <a:t>Network provisioning</a:t>
            </a:r>
          </a:p>
          <a:p>
            <a:r>
              <a:rPr lang="en-US" dirty="0" smtClean="0"/>
              <a:t>Network security</a:t>
            </a:r>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28293" y="839310"/>
            <a:ext cx="4089581" cy="507831"/>
          </a:xfrm>
          <a:prstGeom prst="rect">
            <a:avLst/>
          </a:prstGeom>
        </p:spPr>
        <p:txBody>
          <a:bodyPr wrap="none">
            <a:spAutoFit/>
          </a:bodyPr>
          <a:lstStyle/>
          <a:p>
            <a:r>
              <a:rPr lang="en-US" dirty="0" smtClean="0"/>
              <a:t>Main Memory Management</a:t>
            </a:r>
          </a:p>
        </p:txBody>
      </p:sp>
      <p:sp>
        <p:nvSpPr>
          <p:cNvPr id="3" name="Rectangle 2"/>
          <p:cNvSpPr/>
          <p:nvPr/>
        </p:nvSpPr>
        <p:spPr>
          <a:xfrm>
            <a:off x="988143" y="1851375"/>
            <a:ext cx="11170980" cy="4893647"/>
          </a:xfrm>
          <a:prstGeom prst="rect">
            <a:avLst/>
          </a:prstGeom>
        </p:spPr>
        <p:txBody>
          <a:bodyPr wrap="square">
            <a:spAutoFit/>
          </a:bodyPr>
          <a:lstStyle/>
          <a:p>
            <a:pPr algn="just"/>
            <a:r>
              <a:rPr lang="en-US" altLang="en-US" sz="2400" dirty="0" smtClean="0"/>
              <a:t>Memory is a large array of words or bytes, each with its own address.</a:t>
            </a:r>
          </a:p>
          <a:p>
            <a:pPr algn="just"/>
            <a:r>
              <a:rPr lang="en-US" altLang="en-US" sz="2400" dirty="0" smtClean="0"/>
              <a:t> It is a repository of quickly accessible data shared by the CPU and I/O devices.</a:t>
            </a:r>
          </a:p>
          <a:p>
            <a:pPr algn="just"/>
            <a:r>
              <a:rPr lang="en-US" altLang="en-US" sz="2400" dirty="0" smtClean="0"/>
              <a:t>Main memory is a </a:t>
            </a:r>
            <a:r>
              <a:rPr lang="en-US" altLang="en-US" sz="2400" b="1" dirty="0" smtClean="0"/>
              <a:t>volatile </a:t>
            </a:r>
            <a:r>
              <a:rPr lang="en-US" altLang="en-US" sz="2400" dirty="0" smtClean="0"/>
              <a:t>storage device. </a:t>
            </a:r>
            <a:r>
              <a:rPr lang="en-IN" altLang="en-US" sz="2400" dirty="0" smtClean="0"/>
              <a:t>When the computer made turn off everything stored in RAM will be erased automatically.</a:t>
            </a:r>
          </a:p>
          <a:p>
            <a:pPr algn="just"/>
            <a:r>
              <a:rPr lang="en-IN" altLang="en-US" sz="2400" dirty="0" smtClean="0"/>
              <a:t>In addition to the physical RAM installed in your computer, most modern operating systems allow your computer to use a </a:t>
            </a:r>
            <a:r>
              <a:rPr lang="en-IN" altLang="en-US" sz="2400" i="1" dirty="0" smtClean="0"/>
              <a:t>virtual memory system. Virtual memory allows your computer to use part of a permanent storage device (such as a hard disk) as extra memory.</a:t>
            </a:r>
            <a:endParaRPr lang="en-US" altLang="en-US" sz="2400" dirty="0" smtClean="0"/>
          </a:p>
          <a:p>
            <a:pPr algn="just"/>
            <a:r>
              <a:rPr lang="en-US" altLang="en-US" sz="2400" dirty="0" smtClean="0"/>
              <a:t>The operating system is responsible for the following activities in connections with memory management:</a:t>
            </a:r>
          </a:p>
          <a:p>
            <a:pPr lvl="1" algn="just">
              <a:buFont typeface="Wingdings" panose="05000000000000000000" pitchFamily="2" charset="2"/>
              <a:buChar char="Ø"/>
            </a:pPr>
            <a:r>
              <a:rPr lang="en-US" altLang="en-US" sz="2400" dirty="0" smtClean="0"/>
              <a:t>Keep track of which parts of memory are currently being used and by whom.</a:t>
            </a:r>
          </a:p>
          <a:p>
            <a:pPr lvl="1" algn="just">
              <a:buFont typeface="Wingdings" panose="05000000000000000000" pitchFamily="2" charset="2"/>
              <a:buChar char="Ø"/>
            </a:pPr>
            <a:r>
              <a:rPr lang="en-US" altLang="en-US" sz="2400" dirty="0" smtClean="0"/>
              <a:t>Decide which processes to load when memory space becomes available.</a:t>
            </a:r>
          </a:p>
          <a:p>
            <a:pPr lvl="1" algn="just">
              <a:buFont typeface="Wingdings" panose="05000000000000000000" pitchFamily="2" charset="2"/>
              <a:buChar char="Ø"/>
            </a:pPr>
            <a:r>
              <a:rPr lang="en-US" altLang="en-US" sz="2400" dirty="0" smtClean="0"/>
              <a:t>Allocate and de-allocate memory space as needed.</a:t>
            </a:r>
            <a:endParaRPr lang="en-US" altLang="en-US" sz="24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795607" y="898303"/>
            <a:ext cx="4685898" cy="507831"/>
          </a:xfrm>
          <a:prstGeom prst="rect">
            <a:avLst/>
          </a:prstGeom>
        </p:spPr>
        <p:txBody>
          <a:bodyPr wrap="none">
            <a:spAutoFit/>
          </a:bodyPr>
          <a:lstStyle/>
          <a:p>
            <a:r>
              <a:rPr lang="en-US" dirty="0" smtClean="0"/>
              <a:t>Secondary Storage Management</a:t>
            </a:r>
          </a:p>
        </p:txBody>
      </p:sp>
      <p:sp>
        <p:nvSpPr>
          <p:cNvPr id="3" name="Rectangle 2"/>
          <p:cNvSpPr/>
          <p:nvPr/>
        </p:nvSpPr>
        <p:spPr>
          <a:xfrm>
            <a:off x="3151187" y="2307789"/>
            <a:ext cx="7556141" cy="2585323"/>
          </a:xfrm>
          <a:prstGeom prst="rect">
            <a:avLst/>
          </a:prstGeom>
        </p:spPr>
        <p:txBody>
          <a:bodyPr wrap="square">
            <a:spAutoFit/>
          </a:bodyPr>
          <a:lstStyle/>
          <a:p>
            <a:r>
              <a:rPr lang="en-US" dirty="0" smtClean="0"/>
              <a:t>The operating system is responsible for the following activities in connection with disk management:</a:t>
            </a:r>
          </a:p>
          <a:p>
            <a:endParaRPr lang="en-US" dirty="0" smtClean="0"/>
          </a:p>
          <a:p>
            <a:r>
              <a:rPr lang="en-US" dirty="0" smtClean="0"/>
              <a:t>Free space management</a:t>
            </a:r>
          </a:p>
          <a:p>
            <a:r>
              <a:rPr lang="en-US" dirty="0" smtClean="0"/>
              <a:t>Storage allocation</a:t>
            </a:r>
          </a:p>
          <a:p>
            <a:r>
              <a:rPr lang="en-US" dirty="0" smtClean="0"/>
              <a:t>Disk scheduling</a:t>
            </a:r>
            <a:endParaRPr 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271044" y="795064"/>
            <a:ext cx="3233578" cy="507831"/>
          </a:xfrm>
          <a:prstGeom prst="rect">
            <a:avLst/>
          </a:prstGeom>
        </p:spPr>
        <p:txBody>
          <a:bodyPr wrap="none">
            <a:spAutoFit/>
          </a:bodyPr>
          <a:lstStyle/>
          <a:p>
            <a:r>
              <a:rPr lang="en-US" dirty="0" smtClean="0"/>
              <a:t>Security Management</a:t>
            </a:r>
          </a:p>
        </p:txBody>
      </p:sp>
      <p:sp>
        <p:nvSpPr>
          <p:cNvPr id="3" name="Rectangle 2"/>
          <p:cNvSpPr/>
          <p:nvPr/>
        </p:nvSpPr>
        <p:spPr>
          <a:xfrm>
            <a:off x="3151188" y="2307789"/>
            <a:ext cx="7511896" cy="2169825"/>
          </a:xfrm>
          <a:prstGeom prst="rect">
            <a:avLst/>
          </a:prstGeom>
        </p:spPr>
        <p:txBody>
          <a:bodyPr wrap="square">
            <a:spAutoFit/>
          </a:bodyPr>
          <a:lstStyle/>
          <a:p>
            <a:r>
              <a:rPr lang="en-US" dirty="0" smtClean="0"/>
              <a:t>Security Management refers to a mechanism for controlling the access of programs, processes, or users to the resources defined by a computer controls to be imposed, together with some means of enforcement.</a:t>
            </a:r>
            <a:endParaRPr 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071327" y="809813"/>
            <a:ext cx="4281941" cy="507831"/>
          </a:xfrm>
          <a:prstGeom prst="rect">
            <a:avLst/>
          </a:prstGeom>
        </p:spPr>
        <p:txBody>
          <a:bodyPr wrap="none">
            <a:spAutoFit/>
          </a:bodyPr>
          <a:lstStyle/>
          <a:p>
            <a:r>
              <a:rPr lang="en-US" dirty="0" smtClean="0"/>
              <a:t>Command Interpreter System</a:t>
            </a:r>
            <a:endParaRPr lang="en-US" dirty="0"/>
          </a:p>
        </p:txBody>
      </p:sp>
      <p:sp>
        <p:nvSpPr>
          <p:cNvPr id="91137" name="Rectangle 1"/>
          <p:cNvSpPr>
            <a:spLocks noChangeArrowheads="1"/>
          </p:cNvSpPr>
          <p:nvPr/>
        </p:nvSpPr>
        <p:spPr bwMode="auto">
          <a:xfrm>
            <a:off x="1018903" y="-312462"/>
            <a:ext cx="11234057" cy="610936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rgbClr val="000000"/>
              </a:solidFill>
              <a:effectLst/>
              <a:latin typeface="Nunito"/>
              <a:cs typeface="Arial" pitchFamily="34" charset="0"/>
            </a:endParaRPr>
          </a:p>
          <a:p>
            <a:pPr lvl="0" eaLnBrk="1" hangingPunct="1"/>
            <a:endParaRPr lang="en-US" sz="2000" dirty="0" smtClean="0"/>
          </a:p>
          <a:p>
            <a:pPr lvl="0" eaLnBrk="1" hangingPunct="1"/>
            <a:endParaRPr lang="en-US" sz="2000" dirty="0"/>
          </a:p>
          <a:p>
            <a:pPr lvl="0" eaLnBrk="1" hangingPunct="1"/>
            <a:endParaRPr lang="en-US" sz="2000" dirty="0" smtClean="0"/>
          </a:p>
          <a:p>
            <a:pPr lvl="0" eaLnBrk="1" hangingPunct="1"/>
            <a:endParaRPr lang="en-US" sz="2000" dirty="0"/>
          </a:p>
          <a:p>
            <a:pPr lvl="0" eaLnBrk="1" hangingPunct="1"/>
            <a:endParaRPr lang="en-US" sz="2000" dirty="0" smtClean="0"/>
          </a:p>
          <a:p>
            <a:pPr lvl="0" eaLnBrk="1" hangingPunct="1"/>
            <a:r>
              <a:rPr lang="en-US" sz="2400" dirty="0" smtClean="0"/>
              <a:t>There </a:t>
            </a:r>
            <a:r>
              <a:rPr lang="en-US" sz="2400" dirty="0"/>
              <a:t>are several ways for users to interface with the operating system. One of the approaches to user interaction with the operating system is through commands</a:t>
            </a:r>
            <a:r>
              <a:rPr lang="en-US" sz="2400" dirty="0" smtClean="0"/>
              <a:t>.</a:t>
            </a:r>
          </a:p>
          <a:p>
            <a:pPr lvl="0" eaLnBrk="1" hangingPunct="1"/>
            <a:endParaRPr lang="en-US" sz="2400" dirty="0">
              <a:solidFill>
                <a:srgbClr val="000000"/>
              </a:solidFill>
              <a:latin typeface="Nunito"/>
              <a:cs typeface="Arial" pitchFamily="34" charset="0"/>
            </a:endParaRPr>
          </a:p>
          <a:p>
            <a:pPr lvl="0" eaLnBrk="1" hangingPunct="1"/>
            <a:r>
              <a:rPr lang="en-US" sz="2400" dirty="0"/>
              <a:t>The command interpreter accepts and executes the commands entered by a user.</a:t>
            </a:r>
            <a:endParaRPr lang="en-US" sz="2400" dirty="0">
              <a:solidFill>
                <a:srgbClr val="000000"/>
              </a:solidFill>
              <a:latin typeface="Nunito"/>
              <a:cs typeface="Arial"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rgbClr val="000000"/>
              </a:solidFill>
              <a:effectLst/>
              <a:latin typeface="Nunito"/>
              <a:cs typeface="Arial"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rgbClr val="000000"/>
                </a:solidFill>
                <a:effectLst/>
                <a:latin typeface="Nunito"/>
                <a:cs typeface="Arial" pitchFamily="34" charset="0"/>
              </a:rPr>
              <a:t>Command Interpreter System executes a user command by calling one or more</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rgbClr val="000000"/>
                </a:solidFill>
                <a:effectLst/>
                <a:latin typeface="Nunito"/>
                <a:cs typeface="Arial" pitchFamily="34" charset="0"/>
              </a:rPr>
              <a:t> number of underlying system programs or system calls.</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Arial" pitchFamily="34" charset="0"/>
                <a:cs typeface="Arial" pitchFamily="34" charset="0"/>
              </a:rPr>
              <a:t>Command Interpreter System allows human users to interact with the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Arial" pitchFamily="34" charset="0"/>
                <a:cs typeface="Arial" pitchFamily="34" charset="0"/>
              </a:rPr>
              <a:t> Operating System and provides convenient programming environment to the users. </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Operting</a:t>
            </a:r>
            <a:r>
              <a:rPr lang="en-US" dirty="0" smtClean="0"/>
              <a:t> System Services</a:t>
            </a:r>
            <a:endParaRPr lang="en-US" dirty="0"/>
          </a:p>
        </p:txBody>
      </p:sp>
      <p:sp>
        <p:nvSpPr>
          <p:cNvPr id="3" name="Content Placeholder 2"/>
          <p:cNvSpPr>
            <a:spLocks noGrp="1"/>
          </p:cNvSpPr>
          <p:nvPr>
            <p:ph idx="1"/>
          </p:nvPr>
        </p:nvSpPr>
        <p:spPr/>
        <p:txBody>
          <a:bodyPr/>
          <a:lstStyle/>
          <a:p>
            <a:endParaRPr lang="en-US"/>
          </a:p>
        </p:txBody>
      </p:sp>
      <p:grpSp>
        <p:nvGrpSpPr>
          <p:cNvPr id="1073742875" name="docshapegroup29"/>
          <p:cNvGrpSpPr/>
          <p:nvPr/>
        </p:nvGrpSpPr>
        <p:grpSpPr>
          <a:xfrm>
            <a:off x="1245097" y="644117"/>
            <a:ext cx="9875105" cy="9825355"/>
            <a:chOff x="-673" y="5624"/>
            <a:chExt cx="12103" cy="15473"/>
          </a:xfrm>
        </p:grpSpPr>
        <p:sp>
          <p:nvSpPr>
            <p:cNvPr id="1073742876" name="docshape30"/>
            <p:cNvSpPr/>
            <p:nvPr/>
          </p:nvSpPr>
          <p:spPr>
            <a:xfrm>
              <a:off x="-673" y="5624"/>
              <a:ext cx="12103" cy="15473"/>
            </a:xfrm>
            <a:custGeom>
              <a:avLst/>
              <a:gdLst/>
              <a:ahLst/>
              <a:cxnLst/>
              <a:rect l="0" t="0" r="0" b="0"/>
              <a:pathLst>
                <a:path w="11284" h="14884">
                  <a:moveTo>
                    <a:pt x="11256" y="72"/>
                  </a:moveTo>
                  <a:lnTo>
                    <a:pt x="11198" y="72"/>
                  </a:lnTo>
                  <a:lnTo>
                    <a:pt x="11198" y="86"/>
                  </a:lnTo>
                  <a:lnTo>
                    <a:pt x="11198" y="14798"/>
                  </a:lnTo>
                  <a:lnTo>
                    <a:pt x="86" y="14798"/>
                  </a:lnTo>
                  <a:lnTo>
                    <a:pt x="86" y="86"/>
                  </a:lnTo>
                  <a:lnTo>
                    <a:pt x="11198" y="86"/>
                  </a:lnTo>
                  <a:lnTo>
                    <a:pt x="11198" y="72"/>
                  </a:lnTo>
                  <a:lnTo>
                    <a:pt x="72" y="72"/>
                  </a:lnTo>
                  <a:lnTo>
                    <a:pt x="72" y="86"/>
                  </a:lnTo>
                  <a:lnTo>
                    <a:pt x="72" y="14798"/>
                  </a:lnTo>
                  <a:lnTo>
                    <a:pt x="72" y="14856"/>
                  </a:lnTo>
                  <a:lnTo>
                    <a:pt x="11256" y="14856"/>
                  </a:lnTo>
                  <a:lnTo>
                    <a:pt x="11256" y="14798"/>
                  </a:lnTo>
                  <a:lnTo>
                    <a:pt x="11256" y="72"/>
                  </a:lnTo>
                  <a:close/>
                  <a:moveTo>
                    <a:pt x="11284" y="0"/>
                  </a:moveTo>
                  <a:lnTo>
                    <a:pt x="11270" y="0"/>
                  </a:lnTo>
                  <a:lnTo>
                    <a:pt x="11270" y="58"/>
                  </a:lnTo>
                  <a:lnTo>
                    <a:pt x="11270" y="14870"/>
                  </a:lnTo>
                  <a:lnTo>
                    <a:pt x="58" y="14870"/>
                  </a:lnTo>
                  <a:lnTo>
                    <a:pt x="58" y="58"/>
                  </a:lnTo>
                  <a:lnTo>
                    <a:pt x="11270" y="58"/>
                  </a:lnTo>
                  <a:lnTo>
                    <a:pt x="11270" y="0"/>
                  </a:lnTo>
                  <a:lnTo>
                    <a:pt x="0" y="0"/>
                  </a:lnTo>
                  <a:lnTo>
                    <a:pt x="0" y="58"/>
                  </a:lnTo>
                  <a:lnTo>
                    <a:pt x="0" y="14870"/>
                  </a:lnTo>
                  <a:lnTo>
                    <a:pt x="0" y="14884"/>
                  </a:lnTo>
                  <a:lnTo>
                    <a:pt x="11284" y="14884"/>
                  </a:lnTo>
                  <a:lnTo>
                    <a:pt x="11284" y="14870"/>
                  </a:lnTo>
                  <a:lnTo>
                    <a:pt x="11284" y="0"/>
                  </a:lnTo>
                  <a:close/>
                </a:path>
              </a:pathLst>
            </a:custGeom>
            <a:solidFill>
              <a:srgbClr val="000000"/>
            </a:solidFill>
            <a:ln w="9525">
              <a:noFill/>
            </a:ln>
          </p:spPr>
          <p:txBody>
            <a:bodyPr/>
            <a:lstStyle/>
            <a:p>
              <a:endParaRPr lang="en-US"/>
            </a:p>
          </p:txBody>
        </p:sp>
        <p:pic>
          <p:nvPicPr>
            <p:cNvPr id="1073742877" name="docshape31"/>
            <p:cNvPicPr>
              <a:picLocks noChangeAspect="1"/>
            </p:cNvPicPr>
            <p:nvPr/>
          </p:nvPicPr>
          <p:blipFill>
            <a:blip r:embed="rId2" cstate="print"/>
            <a:stretch>
              <a:fillRect/>
            </a:stretch>
          </p:blipFill>
          <p:spPr>
            <a:xfrm>
              <a:off x="-166" y="7304"/>
              <a:ext cx="11287" cy="7962"/>
            </a:xfrm>
            <a:prstGeom prst="rect">
              <a:avLst/>
            </a:prstGeom>
            <a:noFill/>
            <a:ln w="9525">
              <a:noFill/>
            </a:ln>
          </p:spPr>
        </p:pic>
      </p:gr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a:sym typeface="+mn-ea"/>
              </a:rPr>
              <a:t>Program Execution</a:t>
            </a:r>
          </a:p>
          <a:p>
            <a:endParaRPr lang="en-US"/>
          </a:p>
          <a:p>
            <a:r>
              <a:rPr lang="en-US" sz="2400"/>
              <a:t>The operating system Loads program into memory</a:t>
            </a:r>
          </a:p>
          <a:p>
            <a:r>
              <a:rPr lang="en-IN" altLang="en-US" sz="2400"/>
              <a:t>I</a:t>
            </a:r>
            <a:r>
              <a:rPr lang="en-US" sz="2400"/>
              <a:t>t also Executes the program</a:t>
            </a:r>
          </a:p>
          <a:p>
            <a:r>
              <a:rPr lang="en-US" sz="2400"/>
              <a:t>It Handles the program’s execution</a:t>
            </a:r>
          </a:p>
          <a:p>
            <a:r>
              <a:rPr lang="en-US" sz="2400"/>
              <a:t>It Provides a mechanism for process synchronization</a:t>
            </a:r>
          </a:p>
          <a:p>
            <a:r>
              <a:rPr lang="en-US" sz="2400"/>
              <a:t>It Provides a mechanism for process communication</a:t>
            </a: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I/O </a:t>
            </a:r>
            <a:r>
              <a:rPr lang="en-US" dirty="0"/>
              <a:t>Operations</a:t>
            </a:r>
          </a:p>
          <a:p>
            <a:r>
              <a:rPr lang="en-US" dirty="0"/>
              <a:t></a:t>
            </a:r>
            <a:r>
              <a:rPr lang="en-US" sz="2400" dirty="0"/>
              <a:t>The communication between the user and devices drivers are managed by the operating system.</a:t>
            </a:r>
          </a:p>
          <a:p>
            <a:r>
              <a:rPr lang="en-US" sz="2400" dirty="0"/>
              <a:t>I/O devices are required for </a:t>
            </a:r>
            <a:r>
              <a:rPr lang="en-US" sz="2400" dirty="0" err="1"/>
              <a:t>anyrunning</a:t>
            </a:r>
            <a:r>
              <a:rPr lang="en-US" sz="2400" dirty="0"/>
              <a:t> process. In I/O a file or an I/O devices can be involved.</a:t>
            </a:r>
          </a:p>
          <a:p>
            <a:r>
              <a:rPr lang="en-US" sz="2400" dirty="0"/>
              <a:t>I/O operations are the read or write operations which are done with the help of input-output devices.</a:t>
            </a:r>
          </a:p>
          <a:p>
            <a:r>
              <a:rPr lang="en-US" sz="2400" dirty="0"/>
              <a:t>Operating system give the access to the I/O devices when it required.</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File </a:t>
            </a:r>
            <a:r>
              <a:rPr lang="en-US" dirty="0"/>
              <a:t>system manipulation</a:t>
            </a:r>
          </a:p>
          <a:p>
            <a:r>
              <a:rPr lang="en-US" sz="2400" dirty="0"/>
              <a:t>There are some major activities which are performed by an operating system with respect to file management.</a:t>
            </a:r>
          </a:p>
          <a:p>
            <a:r>
              <a:rPr lang="en-US" sz="2400" dirty="0"/>
              <a:t>The operating system gives an access to the program for performing an operation on the file.</a:t>
            </a:r>
          </a:p>
          <a:p>
            <a:r>
              <a:rPr lang="en-US" sz="2400" dirty="0"/>
              <a:t>Programs need to read and write a file.</a:t>
            </a:r>
          </a:p>
          <a:p>
            <a:r>
              <a:rPr lang="en-US" sz="2400" dirty="0"/>
              <a:t>The user can create/delete a file by using an interface provided by the operating system.</a:t>
            </a:r>
          </a:p>
          <a:p>
            <a:r>
              <a:rPr lang="en-US" sz="2400" dirty="0"/>
              <a:t>The operating system provides an interface to the user creates/ delete directories.</a:t>
            </a:r>
          </a:p>
          <a:p>
            <a:r>
              <a:rPr lang="en-US" sz="2400" dirty="0"/>
              <a:t>The backup of the file system can be created by using an interface provided by the </a:t>
            </a:r>
            <a:r>
              <a:rPr lang="en-US" sz="2400" dirty="0" err="1"/>
              <a:t>perating</a:t>
            </a:r>
            <a:r>
              <a:rPr lang="en-US" sz="2400" dirty="0"/>
              <a:t> system.</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a:t>4)Communication</a:t>
            </a:r>
          </a:p>
          <a:p>
            <a:r>
              <a:rPr lang="en-US"/>
              <a:t>Two processes may require data to be transferred between the process.</a:t>
            </a:r>
          </a:p>
          <a:p>
            <a:r>
              <a:rPr lang="en-US"/>
              <a:t>Both the processes can be on one computer or a different computer, but are connected through a computer network.</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a:t>5)Error handling</a:t>
            </a:r>
          </a:p>
          <a:p>
            <a:r>
              <a:rPr lang="en-US"/>
              <a:t>An error is one part of the system that may cause malfunctioning of the complete system.</a:t>
            </a:r>
          </a:p>
          <a:p>
            <a:r>
              <a:rPr lang="en-US"/>
              <a:t> The operating system constantly monitors the system for detecting errors to avoid some situations. </a:t>
            </a:r>
          </a:p>
          <a:p>
            <a:r>
              <a:rPr lang="en-US"/>
              <a:t>The OS continuously checks for the possible errors.</a:t>
            </a:r>
          </a:p>
          <a:p>
            <a:r>
              <a:rPr lang="en-US"/>
              <a:t>The OS takes an appropriate action to correct errors and consistent computing.</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a:t>6)Resource management</a:t>
            </a:r>
          </a:p>
          <a:p>
            <a:r>
              <a:rPr lang="en-US"/>
              <a:t>When there are multiple users or multiple jobs running at the same time resources must be allocated to each of them. </a:t>
            </a:r>
          </a:p>
          <a:p>
            <a:endParaRPr lang="en-US"/>
          </a:p>
          <a:p>
            <a:r>
              <a:rPr lang="en-US"/>
              <a:t>The OS manages all kinds of resources using schedulers.</a:t>
            </a:r>
          </a:p>
          <a:p>
            <a:r>
              <a:rPr lang="en-US"/>
              <a:t>CPU scheduling algorithm is used for better utilization of CPU.</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sz="2800" dirty="0" smtClean="0"/>
              <a:t>Protection</a:t>
            </a:r>
          </a:p>
          <a:p>
            <a:pPr>
              <a:buNone/>
            </a:pPr>
            <a:endParaRPr lang="en-US" sz="2800" dirty="0"/>
          </a:p>
          <a:p>
            <a:r>
              <a:rPr lang="en-US" sz="2800" dirty="0"/>
              <a:t>The owners of information stored in a multi-user computer system want to control its use. When several disjoints processes execute concurrently it should not be possible for any process to interfere with another process. Every process in the computer system must be secured and controlled.</a:t>
            </a:r>
          </a:p>
          <a:p>
            <a:endParaRPr lang="en-US" sz="24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t>Introduction to Linux operating system</a:t>
            </a:r>
            <a:br>
              <a:rPr lang="en-US" b="1" i="1" dirty="0"/>
            </a:br>
            <a:endParaRPr lang="en-US" dirty="0"/>
          </a:p>
        </p:txBody>
      </p:sp>
      <p:sp>
        <p:nvSpPr>
          <p:cNvPr id="3" name="Content Placeholder 2"/>
          <p:cNvSpPr>
            <a:spLocks noGrp="1"/>
          </p:cNvSpPr>
          <p:nvPr>
            <p:ph idx="1"/>
          </p:nvPr>
        </p:nvSpPr>
        <p:spPr/>
        <p:txBody>
          <a:bodyPr/>
          <a:lstStyle/>
          <a:p>
            <a:r>
              <a:rPr lang="en-US" sz="3000" dirty="0"/>
              <a:t>The Linux Operating System is a type of operating system that is similar to Unix, and it is built upon the Linux Kernel. </a:t>
            </a:r>
            <a:endParaRPr lang="en-US" sz="3000" dirty="0" smtClean="0"/>
          </a:p>
          <a:p>
            <a:r>
              <a:rPr lang="en-US" sz="3000" dirty="0" smtClean="0"/>
              <a:t>The </a:t>
            </a:r>
            <a:r>
              <a:rPr lang="en-US" sz="3000" dirty="0"/>
              <a:t>Linux Kernel is like the brain of the operating system because it manages how the computer interacts with its hardware and resources. </a:t>
            </a:r>
            <a:endParaRPr lang="en-US" sz="3000" dirty="0" smtClean="0"/>
          </a:p>
          <a:p>
            <a:r>
              <a:rPr lang="en-US" sz="3000" dirty="0" smtClean="0"/>
              <a:t>It </a:t>
            </a:r>
            <a:r>
              <a:rPr lang="en-US" sz="3000" dirty="0"/>
              <a:t>makes sure everything works smoothly and efficiently</a:t>
            </a:r>
            <a:r>
              <a:rPr lang="en-US" sz="3000" dirty="0" smtClean="0"/>
              <a:t>.</a:t>
            </a:r>
          </a:p>
          <a:p>
            <a:r>
              <a:rPr lang="en-US" sz="3000" dirty="0" smtClean="0"/>
              <a:t> </a:t>
            </a:r>
            <a:r>
              <a:rPr lang="en-US" sz="3000" dirty="0"/>
              <a:t>But the Linux Kernel alone is not enough to make a complete operating system. To create a full and functional system, the Linux Kernel is combined with a collection of software packages and utilities, </a:t>
            </a:r>
            <a:endParaRPr lang="en-US" sz="3000" dirty="0"/>
          </a:p>
        </p:txBody>
      </p:sp>
    </p:spTree>
    <p:extLst>
      <p:ext uri="{BB962C8B-B14F-4D97-AF65-F5344CB8AC3E}">
        <p14:creationId xmlns:p14="http://schemas.microsoft.com/office/powerpoint/2010/main" val="127554685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r>
              <a:rPr lang="en-US" sz="2400" dirty="0" smtClean="0"/>
              <a:t>The defining component of Linux is the </a:t>
            </a:r>
            <a:r>
              <a:rPr lang="en-US" sz="2400" dirty="0" smtClean="0">
                <a:hlinkClick r:id="rId2"/>
              </a:rPr>
              <a:t>Linux</a:t>
            </a:r>
            <a:r>
              <a:rPr lang="en-US" sz="2400" dirty="0" smtClean="0"/>
              <a:t> </a:t>
            </a:r>
            <a:r>
              <a:rPr lang="en-US" sz="2400" dirty="0" smtClean="0">
                <a:hlinkClick r:id="rId2"/>
              </a:rPr>
              <a:t>kernel,</a:t>
            </a:r>
            <a:r>
              <a:rPr lang="en-US" sz="2400" dirty="0" smtClean="0"/>
              <a:t> an </a:t>
            </a:r>
            <a:r>
              <a:rPr lang="en-US" sz="2400" dirty="0" smtClean="0">
                <a:hlinkClick r:id="rId3"/>
              </a:rPr>
              <a:t>operating system kernel</a:t>
            </a:r>
            <a:r>
              <a:rPr lang="en-US" sz="2400" dirty="0" smtClean="0"/>
              <a:t> first released 5 October 1991 by </a:t>
            </a:r>
            <a:r>
              <a:rPr lang="en-US" sz="2400" dirty="0" err="1" smtClean="0">
                <a:hlinkClick r:id="rId4"/>
              </a:rPr>
              <a:t>Linus</a:t>
            </a:r>
            <a:r>
              <a:rPr lang="en-US" sz="2400" dirty="0" smtClean="0">
                <a:hlinkClick r:id="rId4"/>
              </a:rPr>
              <a:t> </a:t>
            </a:r>
            <a:r>
              <a:rPr lang="en-US" sz="2400" dirty="0" err="1" smtClean="0">
                <a:hlinkClick r:id="rId4"/>
              </a:rPr>
              <a:t>Torvalds</a:t>
            </a:r>
            <a:r>
              <a:rPr lang="en-US" sz="2400" dirty="0" smtClean="0">
                <a:hlinkClick r:id="rId4"/>
              </a:rPr>
              <a:t>.</a:t>
            </a:r>
            <a:endParaRPr lang="en-US" sz="2400" dirty="0" smtClean="0"/>
          </a:p>
          <a:p>
            <a:r>
              <a:rPr lang="en-US" sz="2400" dirty="0" smtClean="0"/>
              <a:t>Linux was originally developed as a free operating system for </a:t>
            </a:r>
            <a:r>
              <a:rPr lang="en-US" sz="2400" dirty="0" smtClean="0">
                <a:hlinkClick r:id="rId5"/>
              </a:rPr>
              <a:t>Intel x86</a:t>
            </a:r>
            <a:r>
              <a:rPr lang="en-US" sz="2400" dirty="0" smtClean="0"/>
              <a:t>-based personal computers. </a:t>
            </a:r>
          </a:p>
          <a:p>
            <a:r>
              <a:rPr lang="en-US" sz="2400" dirty="0" smtClean="0"/>
              <a:t>It is a leading operating system on </a:t>
            </a:r>
            <a:r>
              <a:rPr lang="en-US" sz="2400" dirty="0" smtClean="0">
                <a:hlinkClick r:id="rId6"/>
              </a:rPr>
              <a:t>servers</a:t>
            </a:r>
            <a:r>
              <a:rPr lang="en-US" sz="2400" dirty="0" smtClean="0"/>
              <a:t> and other </a:t>
            </a:r>
            <a:r>
              <a:rPr lang="en-US" sz="2400" dirty="0" smtClean="0">
                <a:hlinkClick r:id="rId7"/>
              </a:rPr>
              <a:t>big iron</a:t>
            </a:r>
            <a:r>
              <a:rPr lang="en-US" sz="2400" dirty="0" smtClean="0"/>
              <a:t> systems such as </a:t>
            </a:r>
            <a:r>
              <a:rPr lang="en-US" sz="2400" dirty="0" smtClean="0">
                <a:hlinkClick r:id="rId8"/>
              </a:rPr>
              <a:t>mainframe computers</a:t>
            </a:r>
            <a:r>
              <a:rPr lang="en-US" sz="2400" dirty="0" smtClean="0"/>
              <a:t> and </a:t>
            </a:r>
            <a:r>
              <a:rPr lang="en-US" sz="2400" dirty="0" smtClean="0">
                <a:hlinkClick r:id="rId9"/>
              </a:rPr>
              <a:t>supercomputers</a:t>
            </a:r>
            <a:r>
              <a:rPr lang="en-US" sz="2400" dirty="0" smtClean="0"/>
              <a:t> more than 90% of today's </a:t>
            </a:r>
            <a:r>
              <a:rPr lang="en-US" sz="2400" dirty="0" smtClean="0">
                <a:hlinkClick r:id="rId10"/>
              </a:rPr>
              <a:t>500 fastest</a:t>
            </a:r>
            <a:r>
              <a:rPr lang="en-US" sz="2400" dirty="0" smtClean="0"/>
              <a:t> </a:t>
            </a:r>
            <a:r>
              <a:rPr lang="en-US" sz="2400" dirty="0" smtClean="0">
                <a:hlinkClick r:id="rId10"/>
              </a:rPr>
              <a:t>supercomputers</a:t>
            </a:r>
            <a:r>
              <a:rPr lang="en-US" sz="2400" dirty="0" smtClean="0"/>
              <a:t> run some variant of </a:t>
            </a:r>
            <a:r>
              <a:rPr lang="en-US" sz="2400" dirty="0" smtClean="0"/>
              <a:t>Linux</a:t>
            </a:r>
          </a:p>
          <a:p>
            <a:r>
              <a:rPr lang="en-US" sz="2400" dirty="0" smtClean="0"/>
              <a:t>Linux </a:t>
            </a:r>
            <a:r>
              <a:rPr lang="en-US" sz="2400" dirty="0" smtClean="0"/>
              <a:t>also runs on </a:t>
            </a:r>
            <a:r>
              <a:rPr lang="en-US" sz="2400" dirty="0" smtClean="0">
                <a:hlinkClick r:id="rId11"/>
              </a:rPr>
              <a:t>embedded systems</a:t>
            </a:r>
            <a:r>
              <a:rPr lang="en-US" sz="2400" dirty="0" smtClean="0"/>
              <a:t> such as mobile phones, </a:t>
            </a:r>
            <a:r>
              <a:rPr lang="en-US" sz="2400" dirty="0" smtClean="0">
                <a:hlinkClick r:id="rId12"/>
              </a:rPr>
              <a:t>tablet</a:t>
            </a:r>
            <a:r>
              <a:rPr lang="en-US" sz="2400" dirty="0" smtClean="0"/>
              <a:t> </a:t>
            </a:r>
            <a:r>
              <a:rPr lang="en-US" sz="2400" dirty="0" smtClean="0">
                <a:hlinkClick r:id="rId12"/>
              </a:rPr>
              <a:t>computers,</a:t>
            </a:r>
            <a:r>
              <a:rPr lang="en-US" sz="2400" dirty="0" smtClean="0"/>
              <a:t> network </a:t>
            </a:r>
            <a:r>
              <a:rPr lang="en-US" sz="2400" dirty="0" smtClean="0">
                <a:hlinkClick r:id="rId13"/>
              </a:rPr>
              <a:t>routers</a:t>
            </a:r>
            <a:r>
              <a:rPr lang="en-US" sz="2400" dirty="0" smtClean="0"/>
              <a:t>, televisions and </a:t>
            </a:r>
            <a:r>
              <a:rPr lang="en-US" sz="2400" dirty="0" smtClean="0">
                <a:hlinkClick r:id="rId14"/>
              </a:rPr>
              <a:t>video game</a:t>
            </a:r>
            <a:r>
              <a:rPr lang="en-US" sz="2400" dirty="0" smtClean="0"/>
              <a:t> </a:t>
            </a:r>
            <a:r>
              <a:rPr lang="en-US" sz="2400" dirty="0" smtClean="0">
                <a:hlinkClick r:id="rId14"/>
              </a:rPr>
              <a:t>consoles</a:t>
            </a:r>
            <a:r>
              <a:rPr lang="en-US" sz="2400" dirty="0" smtClean="0"/>
              <a:t>; </a:t>
            </a:r>
            <a:endParaRPr lang="en-US" sz="24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sz="3200" b="1" i="1" dirty="0" smtClean="0"/>
              <a:t>Basic Features</a:t>
            </a:r>
          </a:p>
          <a:p>
            <a:endParaRPr lang="en-US" dirty="0" smtClean="0"/>
          </a:p>
          <a:p>
            <a:r>
              <a:rPr lang="en-US" sz="2400" b="1" dirty="0" smtClean="0"/>
              <a:t>Portable </a:t>
            </a:r>
            <a:r>
              <a:rPr lang="en-US" sz="2400" dirty="0" smtClean="0"/>
              <a:t>–</a:t>
            </a:r>
          </a:p>
          <a:p>
            <a:r>
              <a:rPr lang="en-US" sz="2400" dirty="0" smtClean="0"/>
              <a:t> </a:t>
            </a:r>
            <a:r>
              <a:rPr lang="en-US" sz="2400" b="1" dirty="0" smtClean="0"/>
              <a:t>Open Source </a:t>
            </a:r>
          </a:p>
          <a:p>
            <a:pPr lvl="0"/>
            <a:r>
              <a:rPr lang="en-US" sz="2400" b="1" dirty="0" smtClean="0"/>
              <a:t>Multi-User</a:t>
            </a:r>
            <a:r>
              <a:rPr lang="en-US" sz="2400" dirty="0" smtClean="0"/>
              <a:t>.</a:t>
            </a:r>
          </a:p>
          <a:p>
            <a:r>
              <a:rPr lang="en-US" sz="2400" b="1" dirty="0" smtClean="0"/>
              <a:t>Multiprogramming </a:t>
            </a:r>
          </a:p>
          <a:p>
            <a:r>
              <a:rPr lang="en-US" sz="2400" b="1" dirty="0" smtClean="0"/>
              <a:t>Hierarchical File System </a:t>
            </a:r>
            <a:endParaRPr lang="en-US" sz="24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itle 1"/>
          <p:cNvSpPr>
            <a:spLocks noGrp="1"/>
          </p:cNvSpPr>
          <p:nvPr>
            <p:ph type="title"/>
          </p:nvPr>
        </p:nvSpPr>
        <p:spPr>
          <a:ln/>
        </p:spPr>
        <p:txBody>
          <a:bodyPr vert="horz" wrap="square" lIns="102221" tIns="51110" rIns="102221" bIns="51110" anchor="b" anchorCtr="0"/>
          <a:lstStyle/>
          <a:p>
            <a:pPr algn="l"/>
            <a:r>
              <a:rPr lang="en-GB" altLang="en-US" dirty="0"/>
              <a:t>         Advantage of Linux Operating System</a:t>
            </a:r>
          </a:p>
        </p:txBody>
      </p:sp>
      <p:sp>
        <p:nvSpPr>
          <p:cNvPr id="52227" name="Content Placeholder 2"/>
          <p:cNvSpPr>
            <a:spLocks noGrp="1"/>
          </p:cNvSpPr>
          <p:nvPr>
            <p:ph idx="1"/>
          </p:nvPr>
        </p:nvSpPr>
        <p:spPr>
          <a:ln/>
        </p:spPr>
        <p:txBody>
          <a:bodyPr vert="horz" wrap="square" lIns="102221" tIns="51110" rIns="102221" bIns="51110" anchor="t" anchorCtr="0"/>
          <a:lstStyle/>
          <a:p>
            <a:r>
              <a:rPr lang="en-US" sz="2400" b="1" dirty="0" smtClean="0"/>
              <a:t>Low </a:t>
            </a:r>
            <a:r>
              <a:rPr lang="en-US" sz="2400" b="1" dirty="0" err="1" smtClean="0"/>
              <a:t>cost:</a:t>
            </a:r>
            <a:r>
              <a:rPr lang="en-US" sz="2400" dirty="0" err="1" smtClean="0"/>
              <a:t>You</a:t>
            </a:r>
            <a:r>
              <a:rPr lang="en-US" sz="2400" dirty="0" smtClean="0"/>
              <a:t> don‘t need to spend time and money to obtain licenses since Linux and much of its software come with the GNU General Public License</a:t>
            </a:r>
            <a:endParaRPr lang="en-US" sz="2400" b="1" dirty="0" smtClean="0"/>
          </a:p>
          <a:p>
            <a:r>
              <a:rPr lang="en-US" sz="2400" b="1" dirty="0" smtClean="0"/>
              <a:t>Stability: </a:t>
            </a:r>
            <a:r>
              <a:rPr lang="en-US" sz="2400" dirty="0" smtClean="0"/>
              <a:t>Linux doesn‘t need to be rebooted periodically to maintain performance levels</a:t>
            </a:r>
            <a:endParaRPr lang="en-US" sz="2400" b="1" dirty="0" smtClean="0"/>
          </a:p>
          <a:p>
            <a:r>
              <a:rPr lang="en-US" sz="2400" b="1" dirty="0" err="1" smtClean="0"/>
              <a:t>Performance:</a:t>
            </a:r>
            <a:r>
              <a:rPr lang="en-US" sz="2400" dirty="0" err="1" smtClean="0"/>
              <a:t>Linux</a:t>
            </a:r>
            <a:r>
              <a:rPr lang="en-US" sz="2400" dirty="0" smtClean="0"/>
              <a:t> provides persistent high performance on workstations and on networks.</a:t>
            </a:r>
            <a:endParaRPr lang="en-US" sz="2400" b="1" dirty="0" smtClean="0"/>
          </a:p>
          <a:p>
            <a:r>
              <a:rPr lang="en-US" sz="2400" b="1" dirty="0" smtClean="0"/>
              <a:t>Network </a:t>
            </a:r>
            <a:r>
              <a:rPr lang="en-US" sz="2400" b="1" dirty="0" err="1" smtClean="0"/>
              <a:t>friendliness:</a:t>
            </a:r>
            <a:r>
              <a:rPr lang="en-US" sz="2400" dirty="0" err="1" smtClean="0"/>
              <a:t>Linux</a:t>
            </a:r>
            <a:r>
              <a:rPr lang="en-US" sz="2400" dirty="0" smtClean="0"/>
              <a:t> was developed by a group of programmers over the Internet and has therefore strong support for network functionality; client and server systems can be easily set up on any computer running Linux. </a:t>
            </a:r>
            <a:endParaRPr lang="en-US" sz="2400" b="1" dirty="0" smtClean="0"/>
          </a:p>
          <a:p>
            <a:r>
              <a:rPr lang="en-US" sz="2400" b="1" dirty="0" smtClean="0"/>
              <a:t>Flexibility: </a:t>
            </a:r>
            <a:r>
              <a:rPr lang="en-US" sz="2400" dirty="0" smtClean="0"/>
              <a:t>Linux can be used for high performance server applications, desktop applications, and embedded systems. </a:t>
            </a:r>
            <a:endParaRPr lang="en-US" sz="2400" b="1" dirty="0" smtClean="0"/>
          </a:p>
          <a:p>
            <a:pPr marL="382905" lvl="1" indent="-382905">
              <a:buFontTx/>
              <a:buChar char="•"/>
            </a:pPr>
            <a:r>
              <a:rPr lang="en-US" sz="2400" b="1" dirty="0" smtClean="0"/>
              <a:t>Compatibility: </a:t>
            </a:r>
            <a:r>
              <a:rPr lang="en-US" sz="2400" dirty="0" smtClean="0"/>
              <a:t>It runs all common UNIX software packages and can process all common file formats.</a:t>
            </a:r>
          </a:p>
          <a:p>
            <a:endParaRPr lang="en-US" sz="2400" b="1"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2227">
                                            <p:txEl>
                                              <p:pRg st="0" end="0"/>
                                            </p:txEl>
                                          </p:spTgt>
                                        </p:tgtEl>
                                        <p:attrNameLst>
                                          <p:attrName>style.visibility</p:attrName>
                                        </p:attrNameLst>
                                      </p:cBhvr>
                                      <p:to>
                                        <p:strVal val="visible"/>
                                      </p:to>
                                    </p:set>
                                    <p:anim calcmode="lin" valueType="num">
                                      <p:cBhvr additive="base">
                                        <p:cTn id="7" dur="500" fill="hold"/>
                                        <p:tgtEl>
                                          <p:spTgt spid="5222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222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2227">
                                            <p:txEl>
                                              <p:pRg st="1" end="1"/>
                                            </p:txEl>
                                          </p:spTgt>
                                        </p:tgtEl>
                                        <p:attrNameLst>
                                          <p:attrName>style.visibility</p:attrName>
                                        </p:attrNameLst>
                                      </p:cBhvr>
                                      <p:to>
                                        <p:strVal val="visible"/>
                                      </p:to>
                                    </p:set>
                                    <p:anim calcmode="lin" valueType="num">
                                      <p:cBhvr additive="base">
                                        <p:cTn id="13" dur="500" fill="hold"/>
                                        <p:tgtEl>
                                          <p:spTgt spid="5222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222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2227">
                                            <p:txEl>
                                              <p:pRg st="2" end="2"/>
                                            </p:txEl>
                                          </p:spTgt>
                                        </p:tgtEl>
                                        <p:attrNameLst>
                                          <p:attrName>style.visibility</p:attrName>
                                        </p:attrNameLst>
                                      </p:cBhvr>
                                      <p:to>
                                        <p:strVal val="visible"/>
                                      </p:to>
                                    </p:set>
                                    <p:anim calcmode="lin" valueType="num">
                                      <p:cBhvr additive="base">
                                        <p:cTn id="19" dur="500" fill="hold"/>
                                        <p:tgtEl>
                                          <p:spTgt spid="5222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222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2227">
                                            <p:txEl>
                                              <p:pRg st="3" end="3"/>
                                            </p:txEl>
                                          </p:spTgt>
                                        </p:tgtEl>
                                        <p:attrNameLst>
                                          <p:attrName>style.visibility</p:attrName>
                                        </p:attrNameLst>
                                      </p:cBhvr>
                                      <p:to>
                                        <p:strVal val="visible"/>
                                      </p:to>
                                    </p:set>
                                    <p:anim calcmode="lin" valueType="num">
                                      <p:cBhvr additive="base">
                                        <p:cTn id="25" dur="500" fill="hold"/>
                                        <p:tgtEl>
                                          <p:spTgt spid="5222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222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2227">
                                            <p:txEl>
                                              <p:pRg st="4" end="4"/>
                                            </p:txEl>
                                          </p:spTgt>
                                        </p:tgtEl>
                                        <p:attrNameLst>
                                          <p:attrName>style.visibility</p:attrName>
                                        </p:attrNameLst>
                                      </p:cBhvr>
                                      <p:to>
                                        <p:strVal val="visible"/>
                                      </p:to>
                                    </p:set>
                                    <p:anim calcmode="lin" valueType="num">
                                      <p:cBhvr additive="base">
                                        <p:cTn id="31" dur="500" fill="hold"/>
                                        <p:tgtEl>
                                          <p:spTgt spid="52227">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222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52227">
                                            <p:txEl>
                                              <p:pRg st="5" end="5"/>
                                            </p:txEl>
                                          </p:spTgt>
                                        </p:tgtEl>
                                        <p:attrNameLst>
                                          <p:attrName>style.visibility</p:attrName>
                                        </p:attrNameLst>
                                      </p:cBhvr>
                                      <p:to>
                                        <p:strVal val="visible"/>
                                      </p:to>
                                    </p:set>
                                    <p:anim calcmode="lin" valueType="num">
                                      <p:cBhvr additive="base">
                                        <p:cTn id="37" dur="500" fill="hold"/>
                                        <p:tgtEl>
                                          <p:spTgt spid="52227">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2227">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7" grpId="0" build="p"/>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sz="2400" b="1" dirty="0" smtClean="0"/>
              <a:t>Choice</a:t>
            </a:r>
            <a:r>
              <a:rPr lang="en-US" b="1" dirty="0" smtClean="0"/>
              <a:t>: </a:t>
            </a:r>
            <a:r>
              <a:rPr lang="en-US" sz="2400" dirty="0" smtClean="0"/>
              <a:t>The large number of Linux distributions gives you a choice. Each distribution is developed and supported by a different organization. </a:t>
            </a:r>
            <a:endParaRPr lang="en-US" sz="2400" b="1" dirty="0" smtClean="0"/>
          </a:p>
          <a:p>
            <a:r>
              <a:rPr lang="en-US" sz="2400" b="1" dirty="0" smtClean="0"/>
              <a:t>Fast and easy installation</a:t>
            </a:r>
            <a:r>
              <a:rPr lang="en-US" b="1" dirty="0" smtClean="0"/>
              <a:t>: </a:t>
            </a:r>
            <a:r>
              <a:rPr lang="en-US" sz="2400" dirty="0" smtClean="0"/>
              <a:t>Most Linux distributions come with user-friendly installation and setup programs</a:t>
            </a:r>
            <a:endParaRPr lang="en-US" sz="2400" b="1" dirty="0" smtClean="0"/>
          </a:p>
          <a:p>
            <a:r>
              <a:rPr lang="en-US" sz="2400" b="1" dirty="0" smtClean="0"/>
              <a:t>Full use of hard disk: </a:t>
            </a:r>
            <a:r>
              <a:rPr lang="en-US" sz="2400" dirty="0" smtClean="0"/>
              <a:t>Linux continues work well even when the hard disk is almost full</a:t>
            </a:r>
            <a:endParaRPr lang="en-US" sz="2400" b="1" dirty="0" smtClean="0"/>
          </a:p>
          <a:p>
            <a:r>
              <a:rPr lang="en-US" sz="2400" b="1" dirty="0" smtClean="0"/>
              <a:t>Security</a:t>
            </a:r>
            <a:r>
              <a:rPr lang="en-US" sz="1800" b="1" dirty="0" smtClean="0"/>
              <a:t>: </a:t>
            </a:r>
            <a:r>
              <a:rPr lang="en-US" sz="2400" dirty="0" smtClean="0"/>
              <a:t>Linux is one of the mo </a:t>
            </a:r>
            <a:r>
              <a:rPr lang="en-US" sz="2400" dirty="0" err="1" smtClean="0"/>
              <a:t>st</a:t>
            </a:r>
            <a:r>
              <a:rPr lang="en-US" sz="2400" dirty="0" smtClean="0"/>
              <a:t> secure operating systems. ―Walls‖ and flexible file access permission systems prevent access by unwanted visitors or viruses. </a:t>
            </a:r>
            <a:endParaRPr lang="en-US" sz="2400" b="1" dirty="0" smtClean="0"/>
          </a:p>
          <a:p>
            <a:r>
              <a:rPr lang="en-US" sz="2400" b="1" dirty="0" smtClean="0"/>
              <a:t>Open </a:t>
            </a:r>
            <a:r>
              <a:rPr lang="en-US" sz="2400" b="1" dirty="0" err="1" smtClean="0"/>
              <a:t>Source:</a:t>
            </a:r>
            <a:r>
              <a:rPr lang="en-US" sz="2400" dirty="0" err="1" smtClean="0"/>
              <a:t>If</a:t>
            </a:r>
            <a:r>
              <a:rPr lang="en-US" sz="2400" dirty="0" smtClean="0"/>
              <a:t> you develop software that requires knowledge or modification of the operating system code, LINUX‘s source code is at your fingertips</a:t>
            </a:r>
            <a:r>
              <a:rPr lang="en-US" dirty="0" smtClean="0"/>
              <a:t>. </a:t>
            </a:r>
            <a:endParaRPr lang="en-GB" altLang="en-US" dirty="0" smtClean="0"/>
          </a:p>
          <a:p>
            <a:endParaRPr 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grpSp>
        <p:nvGrpSpPr>
          <p:cNvPr id="91138" name="docshapegroup40"/>
          <p:cNvGrpSpPr>
            <a:grpSpLocks/>
          </p:cNvGrpSpPr>
          <p:nvPr/>
        </p:nvGrpSpPr>
        <p:grpSpPr bwMode="auto">
          <a:xfrm>
            <a:off x="2728670" y="-2251075"/>
            <a:ext cx="10574375" cy="9451975"/>
            <a:chOff x="162" y="480"/>
            <a:chExt cx="11602" cy="14884"/>
          </a:xfrm>
        </p:grpSpPr>
        <p:sp>
          <p:nvSpPr>
            <p:cNvPr id="91139" name="docshape41"/>
            <p:cNvSpPr>
              <a:spLocks/>
            </p:cNvSpPr>
            <p:nvPr/>
          </p:nvSpPr>
          <p:spPr bwMode="auto">
            <a:xfrm>
              <a:off x="480" y="480"/>
              <a:ext cx="11284" cy="14884"/>
            </a:xfrm>
            <a:custGeom>
              <a:avLst/>
              <a:gdLst/>
              <a:ahLst/>
              <a:cxnLst>
                <a:cxn ang="0">
                  <a:pos x="11256" y="72"/>
                </a:cxn>
                <a:cxn ang="0">
                  <a:pos x="11198" y="72"/>
                </a:cxn>
                <a:cxn ang="0">
                  <a:pos x="11198" y="86"/>
                </a:cxn>
                <a:cxn ang="0">
                  <a:pos x="11198" y="14798"/>
                </a:cxn>
                <a:cxn ang="0">
                  <a:pos x="86" y="14798"/>
                </a:cxn>
                <a:cxn ang="0">
                  <a:pos x="86" y="86"/>
                </a:cxn>
                <a:cxn ang="0">
                  <a:pos x="11198" y="86"/>
                </a:cxn>
                <a:cxn ang="0">
                  <a:pos x="11198" y="72"/>
                </a:cxn>
                <a:cxn ang="0">
                  <a:pos x="72" y="72"/>
                </a:cxn>
                <a:cxn ang="0">
                  <a:pos x="72" y="86"/>
                </a:cxn>
                <a:cxn ang="0">
                  <a:pos x="72" y="14798"/>
                </a:cxn>
                <a:cxn ang="0">
                  <a:pos x="72" y="14856"/>
                </a:cxn>
                <a:cxn ang="0">
                  <a:pos x="11256" y="14856"/>
                </a:cxn>
                <a:cxn ang="0">
                  <a:pos x="11256" y="14798"/>
                </a:cxn>
                <a:cxn ang="0">
                  <a:pos x="11256" y="72"/>
                </a:cxn>
                <a:cxn ang="0">
                  <a:pos x="11284" y="0"/>
                </a:cxn>
                <a:cxn ang="0">
                  <a:pos x="11270" y="0"/>
                </a:cxn>
                <a:cxn ang="0">
                  <a:pos x="11270" y="58"/>
                </a:cxn>
                <a:cxn ang="0">
                  <a:pos x="11270" y="14870"/>
                </a:cxn>
                <a:cxn ang="0">
                  <a:pos x="58" y="14870"/>
                </a:cxn>
                <a:cxn ang="0">
                  <a:pos x="58" y="58"/>
                </a:cxn>
                <a:cxn ang="0">
                  <a:pos x="11270" y="58"/>
                </a:cxn>
                <a:cxn ang="0">
                  <a:pos x="11270" y="0"/>
                </a:cxn>
                <a:cxn ang="0">
                  <a:pos x="0" y="0"/>
                </a:cxn>
                <a:cxn ang="0">
                  <a:pos x="0" y="58"/>
                </a:cxn>
                <a:cxn ang="0">
                  <a:pos x="0" y="14870"/>
                </a:cxn>
                <a:cxn ang="0">
                  <a:pos x="0" y="14884"/>
                </a:cxn>
                <a:cxn ang="0">
                  <a:pos x="11284" y="14884"/>
                </a:cxn>
                <a:cxn ang="0">
                  <a:pos x="11284" y="14870"/>
                </a:cxn>
                <a:cxn ang="0">
                  <a:pos x="11284" y="0"/>
                </a:cxn>
              </a:cxnLst>
              <a:rect l="0" t="0" r="r" b="b"/>
              <a:pathLst>
                <a:path w="11284" h="14884">
                  <a:moveTo>
                    <a:pt x="11256" y="72"/>
                  </a:moveTo>
                  <a:lnTo>
                    <a:pt x="11198" y="72"/>
                  </a:lnTo>
                  <a:lnTo>
                    <a:pt x="11198" y="86"/>
                  </a:lnTo>
                  <a:lnTo>
                    <a:pt x="11198" y="14798"/>
                  </a:lnTo>
                  <a:lnTo>
                    <a:pt x="86" y="14798"/>
                  </a:lnTo>
                  <a:lnTo>
                    <a:pt x="86" y="86"/>
                  </a:lnTo>
                  <a:lnTo>
                    <a:pt x="11198" y="86"/>
                  </a:lnTo>
                  <a:lnTo>
                    <a:pt x="11198" y="72"/>
                  </a:lnTo>
                  <a:lnTo>
                    <a:pt x="72" y="72"/>
                  </a:lnTo>
                  <a:lnTo>
                    <a:pt x="72" y="86"/>
                  </a:lnTo>
                  <a:lnTo>
                    <a:pt x="72" y="14798"/>
                  </a:lnTo>
                  <a:lnTo>
                    <a:pt x="72" y="14856"/>
                  </a:lnTo>
                  <a:lnTo>
                    <a:pt x="11256" y="14856"/>
                  </a:lnTo>
                  <a:lnTo>
                    <a:pt x="11256" y="14798"/>
                  </a:lnTo>
                  <a:lnTo>
                    <a:pt x="11256" y="72"/>
                  </a:lnTo>
                  <a:close/>
                  <a:moveTo>
                    <a:pt x="11284" y="0"/>
                  </a:moveTo>
                  <a:lnTo>
                    <a:pt x="11270" y="0"/>
                  </a:lnTo>
                  <a:lnTo>
                    <a:pt x="11270" y="58"/>
                  </a:lnTo>
                  <a:lnTo>
                    <a:pt x="11270" y="14870"/>
                  </a:lnTo>
                  <a:lnTo>
                    <a:pt x="58" y="14870"/>
                  </a:lnTo>
                  <a:lnTo>
                    <a:pt x="58" y="58"/>
                  </a:lnTo>
                  <a:lnTo>
                    <a:pt x="11270" y="58"/>
                  </a:lnTo>
                  <a:lnTo>
                    <a:pt x="11270" y="0"/>
                  </a:lnTo>
                  <a:lnTo>
                    <a:pt x="0" y="0"/>
                  </a:lnTo>
                  <a:lnTo>
                    <a:pt x="0" y="58"/>
                  </a:lnTo>
                  <a:lnTo>
                    <a:pt x="0" y="14870"/>
                  </a:lnTo>
                  <a:lnTo>
                    <a:pt x="0" y="14884"/>
                  </a:lnTo>
                  <a:lnTo>
                    <a:pt x="11284" y="14884"/>
                  </a:lnTo>
                  <a:lnTo>
                    <a:pt x="11284" y="14870"/>
                  </a:lnTo>
                  <a:lnTo>
                    <a:pt x="11284" y="0"/>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pic>
          <p:nvPicPr>
            <p:cNvPr id="91140" name="docshape42"/>
            <p:cNvPicPr>
              <a:picLocks noChangeAspect="1" noChangeArrowheads="1"/>
            </p:cNvPicPr>
            <p:nvPr/>
          </p:nvPicPr>
          <p:blipFill>
            <a:blip r:embed="rId2" cstate="print"/>
            <a:srcRect/>
            <a:stretch>
              <a:fillRect/>
            </a:stretch>
          </p:blipFill>
          <p:spPr bwMode="auto">
            <a:xfrm>
              <a:off x="162" y="7806"/>
              <a:ext cx="10833" cy="6763"/>
            </a:xfrm>
            <a:prstGeom prst="rect">
              <a:avLst/>
            </a:prstGeom>
            <a:noFill/>
            <a:ln w="9525">
              <a:noFill/>
              <a:miter lim="800000"/>
              <a:headEnd/>
              <a:tailEnd/>
            </a:ln>
          </p:spPr>
        </p:pic>
      </p:gr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sz="2400" dirty="0" smtClean="0"/>
              <a:t>Linux System Architecture is consists of following layers</a:t>
            </a:r>
          </a:p>
          <a:p>
            <a:pPr lvl="0"/>
            <a:r>
              <a:rPr lang="en-US" sz="2400" b="1" dirty="0" smtClean="0"/>
              <a:t>Hardware layer </a:t>
            </a:r>
            <a:r>
              <a:rPr lang="en-US" sz="2400" dirty="0" smtClean="0"/>
              <a:t>- Hardware consists of all peripheral devices (RAM/ HDD/ CPU etc).</a:t>
            </a:r>
          </a:p>
          <a:p>
            <a:pPr lvl="0"/>
            <a:r>
              <a:rPr lang="en-US" sz="2400" dirty="0" smtClean="0"/>
              <a:t>	</a:t>
            </a:r>
            <a:r>
              <a:rPr lang="en-US" sz="2400" b="1" dirty="0" smtClean="0"/>
              <a:t>Kernel </a:t>
            </a:r>
            <a:r>
              <a:rPr lang="en-US" sz="2400" dirty="0" smtClean="0"/>
              <a:t>- Core component of Operating System, interacts directly with hardware, provides low level services to upper layer components.</a:t>
            </a:r>
          </a:p>
          <a:p>
            <a:pPr lvl="0"/>
            <a:r>
              <a:rPr lang="en-US" sz="2400" dirty="0" smtClean="0"/>
              <a:t>	</a:t>
            </a:r>
            <a:r>
              <a:rPr lang="en-US" sz="2400" b="1" dirty="0" smtClean="0"/>
              <a:t>Shell </a:t>
            </a:r>
            <a:r>
              <a:rPr lang="en-US" sz="2400" dirty="0" smtClean="0"/>
              <a:t>- An interface to kernel, hiding complexity of kernel's functions from users. Takes commands from user and executes kernel's functions.</a:t>
            </a:r>
          </a:p>
          <a:p>
            <a:pPr lvl="0"/>
            <a:r>
              <a:rPr lang="en-US" sz="2400" dirty="0" smtClean="0"/>
              <a:t>	</a:t>
            </a:r>
            <a:r>
              <a:rPr lang="en-US" sz="2400" b="1" dirty="0" smtClean="0"/>
              <a:t>Utilities </a:t>
            </a:r>
            <a:r>
              <a:rPr lang="en-US" sz="2400" dirty="0" smtClean="0"/>
              <a:t>- Utility programs giving user most of the functionalities of an operating systems.</a:t>
            </a:r>
          </a:p>
          <a:p>
            <a:endParaRPr lang="en-US"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i="1" dirty="0" smtClean="0"/>
              <a:t>LINUX File system</a:t>
            </a:r>
          </a:p>
          <a:p>
            <a:r>
              <a:rPr lang="en-US" dirty="0" smtClean="0"/>
              <a:t>In Linux file structure files are grouped according to purpose. Ex: commands, data files, documentation. Parts of a Unix directory tree are listed below</a:t>
            </a:r>
            <a:endParaRPr lang="en-US"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7" name="Picture 3"/>
          <p:cNvPicPr>
            <a:picLocks noGrp="1" noChangeAspect="1" noChangeArrowheads="1"/>
          </p:cNvPicPr>
          <p:nvPr>
            <p:ph idx="1"/>
          </p:nvPr>
        </p:nvPicPr>
        <p:blipFill>
          <a:blip r:embed="rId2" cstate="print"/>
          <a:srcRect/>
          <a:stretch>
            <a:fillRect/>
          </a:stretch>
        </p:blipFill>
        <p:spPr bwMode="auto">
          <a:xfrm>
            <a:off x="1887229" y="1342104"/>
            <a:ext cx="9277299" cy="5858796"/>
          </a:xfrm>
          <a:prstGeom prst="rect">
            <a:avLst/>
          </a:prstGeom>
          <a:noFill/>
          <a:ln w="9525">
            <a:noFill/>
            <a:miter lim="800000"/>
            <a:headEnd/>
            <a:tailEnd/>
          </a:ln>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r>
              <a:rPr lang="en-US" sz="2400" dirty="0" smtClean="0"/>
              <a:t>1) / – Root</a:t>
            </a:r>
          </a:p>
          <a:p>
            <a:pPr lvl="1"/>
            <a:r>
              <a:rPr lang="en-US" sz="2400" dirty="0" smtClean="0"/>
              <a:t/>
            </a:r>
            <a:br>
              <a:rPr lang="en-US" sz="2400" dirty="0" smtClean="0"/>
            </a:br>
            <a:r>
              <a:rPr lang="en-US" sz="2400" dirty="0" smtClean="0"/>
              <a:t>Every single file and directory starts from the root directory.</a:t>
            </a:r>
          </a:p>
          <a:p>
            <a:pPr lvl="1"/>
            <a:r>
              <a:rPr lang="en-US" sz="2400" dirty="0" smtClean="0"/>
              <a:t>Only root user has write privilege under this directory.</a:t>
            </a:r>
          </a:p>
          <a:p>
            <a:pPr lvl="0"/>
            <a:r>
              <a:rPr lang="en-US" sz="2400" dirty="0" smtClean="0"/>
              <a:t>2) /bin – User Binaries</a:t>
            </a:r>
          </a:p>
          <a:p>
            <a:pPr lvl="1"/>
            <a:r>
              <a:rPr lang="en-US" sz="2400" dirty="0" smtClean="0"/>
              <a:t>Contains binary executables.</a:t>
            </a:r>
          </a:p>
          <a:p>
            <a:pPr lvl="1"/>
            <a:r>
              <a:rPr lang="en-US" sz="2400" dirty="0" smtClean="0"/>
              <a:t>Common </a:t>
            </a:r>
            <a:r>
              <a:rPr lang="en-US" sz="2400" dirty="0" err="1" smtClean="0"/>
              <a:t>linux</a:t>
            </a:r>
            <a:r>
              <a:rPr lang="en-US" sz="2400" dirty="0" smtClean="0"/>
              <a:t> commands you need to use in single-user modes are located under this directory.</a:t>
            </a:r>
          </a:p>
          <a:p>
            <a:pPr lvl="1"/>
            <a:r>
              <a:rPr lang="en-US" sz="2400" dirty="0" smtClean="0"/>
              <a:t>Commands used by all the users of the system are located here.</a:t>
            </a:r>
          </a:p>
          <a:p>
            <a:pPr lvl="1"/>
            <a:r>
              <a:rPr lang="en-US" sz="2400" dirty="0" smtClean="0"/>
              <a:t>For example: </a:t>
            </a:r>
            <a:r>
              <a:rPr lang="en-US" sz="2400" dirty="0" err="1" smtClean="0"/>
              <a:t>ps</a:t>
            </a:r>
            <a:r>
              <a:rPr lang="en-US" sz="2400" dirty="0" smtClean="0"/>
              <a:t>, </a:t>
            </a:r>
            <a:r>
              <a:rPr lang="en-US" sz="2400" dirty="0" err="1" smtClean="0"/>
              <a:t>ls</a:t>
            </a:r>
            <a:r>
              <a:rPr lang="en-US" sz="2400" dirty="0" smtClean="0"/>
              <a:t>, ping, </a:t>
            </a:r>
            <a:r>
              <a:rPr lang="en-US" sz="2400" dirty="0" err="1" smtClean="0"/>
              <a:t>grep</a:t>
            </a:r>
            <a:r>
              <a:rPr lang="en-US" sz="2400" dirty="0" smtClean="0"/>
              <a:t>, cp.</a:t>
            </a:r>
          </a:p>
          <a:p>
            <a:endParaRPr lang="en-US"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r>
              <a:rPr lang="en-US" sz="2400" dirty="0" smtClean="0"/>
              <a:t>3) /</a:t>
            </a:r>
            <a:r>
              <a:rPr lang="en-US" sz="2400" dirty="0" err="1" smtClean="0"/>
              <a:t>sbin</a:t>
            </a:r>
            <a:r>
              <a:rPr lang="en-US" sz="2400" dirty="0" smtClean="0"/>
              <a:t> – System Binaries</a:t>
            </a:r>
          </a:p>
          <a:p>
            <a:pPr lvl="1"/>
            <a:r>
              <a:rPr lang="en-US" sz="2400" dirty="0" smtClean="0"/>
              <a:t>Just like /bin, /</a:t>
            </a:r>
            <a:r>
              <a:rPr lang="en-US" sz="2400" dirty="0" err="1" smtClean="0"/>
              <a:t>sbin</a:t>
            </a:r>
            <a:r>
              <a:rPr lang="en-US" sz="2400" dirty="0" smtClean="0"/>
              <a:t> also contains binary executables.</a:t>
            </a:r>
          </a:p>
          <a:p>
            <a:pPr lvl="1"/>
            <a:r>
              <a:rPr lang="en-US" sz="2400" dirty="0" smtClean="0"/>
              <a:t>But, the </a:t>
            </a:r>
            <a:r>
              <a:rPr lang="en-US" sz="2400" dirty="0" err="1" smtClean="0"/>
              <a:t>linux</a:t>
            </a:r>
            <a:r>
              <a:rPr lang="en-US" sz="2400" dirty="0" smtClean="0"/>
              <a:t> commands located under this directory are used typically by system administrator, for system maintenance purpose.</a:t>
            </a:r>
          </a:p>
          <a:p>
            <a:pPr lvl="1"/>
            <a:r>
              <a:rPr lang="en-US" sz="2400" dirty="0" smtClean="0"/>
              <a:t>For example: </a:t>
            </a:r>
            <a:r>
              <a:rPr lang="en-US" sz="2400" dirty="0" err="1" smtClean="0"/>
              <a:t>iptables</a:t>
            </a:r>
            <a:r>
              <a:rPr lang="en-US" sz="2400" dirty="0" smtClean="0"/>
              <a:t>, reboot, </a:t>
            </a:r>
            <a:r>
              <a:rPr lang="en-US" sz="2400" dirty="0" err="1" smtClean="0"/>
              <a:t>fdisk</a:t>
            </a:r>
            <a:r>
              <a:rPr lang="en-US" sz="2400" dirty="0" smtClean="0"/>
              <a:t>, </a:t>
            </a:r>
            <a:r>
              <a:rPr lang="en-US" sz="2400" dirty="0" err="1" smtClean="0"/>
              <a:t>ifconfig</a:t>
            </a:r>
            <a:r>
              <a:rPr lang="en-US" sz="2400" dirty="0" smtClean="0"/>
              <a:t>, </a:t>
            </a:r>
            <a:r>
              <a:rPr lang="en-US" sz="2400" dirty="0" err="1" smtClean="0"/>
              <a:t>swapon</a:t>
            </a:r>
            <a:endParaRPr lang="en-US" sz="2400" dirty="0" smtClean="0"/>
          </a:p>
          <a:p>
            <a:pPr lvl="0"/>
            <a:r>
              <a:rPr lang="en-US" sz="2400" dirty="0" smtClean="0"/>
              <a:t>4)/etc – Configuration Files </a:t>
            </a:r>
          </a:p>
          <a:p>
            <a:pPr lvl="1"/>
            <a:r>
              <a:rPr lang="en-US" sz="2400" dirty="0" smtClean="0"/>
              <a:t>Contains configuration files required </a:t>
            </a:r>
            <a:r>
              <a:rPr lang="en-US" sz="2400" dirty="0" err="1" smtClean="0"/>
              <a:t>byall</a:t>
            </a:r>
            <a:r>
              <a:rPr lang="en-US" sz="2400" dirty="0" smtClean="0"/>
              <a:t> programs.</a:t>
            </a:r>
          </a:p>
          <a:p>
            <a:pPr lvl="1"/>
            <a:r>
              <a:rPr lang="en-US" sz="2400" dirty="0" smtClean="0"/>
              <a:t>This also contains startup and shutdown shell scripts used to start/stop individual programs.</a:t>
            </a:r>
          </a:p>
          <a:p>
            <a:pPr lvl="1"/>
            <a:r>
              <a:rPr lang="en-US" sz="2400" dirty="0" smtClean="0"/>
              <a:t>For example: /etc/</a:t>
            </a:r>
            <a:r>
              <a:rPr lang="en-US" sz="2400" dirty="0" err="1" smtClean="0"/>
              <a:t>resolv.conf</a:t>
            </a:r>
            <a:r>
              <a:rPr lang="en-US" sz="2400" dirty="0" smtClean="0"/>
              <a:t>, /etc/</a:t>
            </a:r>
            <a:r>
              <a:rPr lang="en-US" sz="2400" dirty="0" err="1" smtClean="0"/>
              <a:t>logrotate.conf</a:t>
            </a:r>
            <a:endParaRPr lang="en-US" sz="2400" dirty="0" smtClean="0"/>
          </a:p>
          <a:p>
            <a:endParaRPr lang="en-US"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r>
              <a:rPr lang="en-US" sz="2400" dirty="0" smtClean="0"/>
              <a:t>5)/dev – Device Files</a:t>
            </a:r>
          </a:p>
          <a:p>
            <a:pPr lvl="1"/>
            <a:r>
              <a:rPr lang="en-US" sz="2400" dirty="0" smtClean="0"/>
              <a:t>Contains device files.</a:t>
            </a:r>
          </a:p>
          <a:p>
            <a:pPr lvl="1"/>
            <a:r>
              <a:rPr lang="en-US" sz="2400" dirty="0" smtClean="0"/>
              <a:t>These include terminal devices, </a:t>
            </a:r>
            <a:r>
              <a:rPr lang="en-US" sz="2400" dirty="0" err="1" smtClean="0"/>
              <a:t>usb</a:t>
            </a:r>
            <a:r>
              <a:rPr lang="en-US" sz="2400" dirty="0" smtClean="0"/>
              <a:t>, or </a:t>
            </a:r>
            <a:r>
              <a:rPr lang="en-US" sz="2400" dirty="0" err="1" smtClean="0"/>
              <a:t>anydevice</a:t>
            </a:r>
            <a:r>
              <a:rPr lang="en-US" sz="2400" dirty="0" smtClean="0"/>
              <a:t> attached to the system.</a:t>
            </a:r>
          </a:p>
          <a:p>
            <a:pPr lvl="1"/>
            <a:r>
              <a:rPr lang="en-US" sz="2400" dirty="0" smtClean="0"/>
              <a:t>For example: /dev/tty1, /dev/usbmon0</a:t>
            </a:r>
          </a:p>
          <a:p>
            <a:pPr lvl="0"/>
            <a:r>
              <a:rPr lang="en-US" sz="2400" dirty="0" smtClean="0"/>
              <a:t>6)/proc – Process Information</a:t>
            </a:r>
          </a:p>
          <a:p>
            <a:pPr lvl="1"/>
            <a:r>
              <a:rPr lang="en-US" sz="2400" dirty="0" smtClean="0"/>
              <a:t>Contains information about system process.</a:t>
            </a:r>
          </a:p>
          <a:p>
            <a:pPr lvl="1"/>
            <a:r>
              <a:rPr lang="en-US" sz="2400" dirty="0" smtClean="0"/>
              <a:t>This is a pseudo </a:t>
            </a:r>
            <a:r>
              <a:rPr lang="en-US" sz="2400" dirty="0" err="1" smtClean="0"/>
              <a:t>filesystem</a:t>
            </a:r>
            <a:r>
              <a:rPr lang="en-US" sz="2400" dirty="0" smtClean="0"/>
              <a:t> contains information about running process. For example:</a:t>
            </a:r>
          </a:p>
          <a:p>
            <a:r>
              <a:rPr lang="en-US" sz="2400" dirty="0" smtClean="0"/>
              <a:t>/proc/{</a:t>
            </a:r>
            <a:r>
              <a:rPr lang="en-US" sz="2400" dirty="0" err="1" smtClean="0"/>
              <a:t>pid</a:t>
            </a:r>
            <a:r>
              <a:rPr lang="en-US" sz="2400" dirty="0" smtClean="0"/>
              <a:t>} </a:t>
            </a:r>
            <a:r>
              <a:rPr lang="en-US" sz="2400" dirty="0" err="1" smtClean="0"/>
              <a:t>directorycontains</a:t>
            </a:r>
            <a:r>
              <a:rPr lang="en-US" sz="2400" dirty="0" smtClean="0"/>
              <a:t> information about the process with that particular </a:t>
            </a:r>
            <a:r>
              <a:rPr lang="en-US" sz="2400" dirty="0" err="1" smtClean="0"/>
              <a:t>pid</a:t>
            </a:r>
            <a:r>
              <a:rPr lang="en-US" sz="2400" dirty="0" smtClean="0"/>
              <a:t>.</a:t>
            </a:r>
          </a:p>
          <a:p>
            <a:pPr lvl="1"/>
            <a:r>
              <a:rPr lang="en-US" sz="2400" dirty="0" smtClean="0"/>
              <a:t>This is a virtual </a:t>
            </a:r>
            <a:r>
              <a:rPr lang="en-US" sz="2400" dirty="0" err="1" smtClean="0"/>
              <a:t>filesystem</a:t>
            </a:r>
            <a:r>
              <a:rPr lang="en-US" sz="2400" dirty="0" smtClean="0"/>
              <a:t> with text information about system resources. </a:t>
            </a:r>
          </a:p>
          <a:p>
            <a:pPr lvl="1"/>
            <a:r>
              <a:rPr lang="en-US" sz="2400" dirty="0" smtClean="0"/>
              <a:t>For example:/proc/uptime</a:t>
            </a:r>
          </a:p>
          <a:p>
            <a:endParaRPr lang="en-US" sz="24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r>
              <a:rPr lang="en-US" dirty="0" smtClean="0"/>
              <a:t>7</a:t>
            </a:r>
            <a:r>
              <a:rPr lang="en-US" sz="2400" dirty="0" smtClean="0"/>
              <a:t>)/</a:t>
            </a:r>
            <a:r>
              <a:rPr lang="en-US" sz="2400" dirty="0" err="1" smtClean="0"/>
              <a:t>var</a:t>
            </a:r>
            <a:r>
              <a:rPr lang="en-US" sz="2400" dirty="0" smtClean="0"/>
              <a:t> – Variable Files</a:t>
            </a:r>
          </a:p>
          <a:p>
            <a:pPr lvl="1"/>
            <a:r>
              <a:rPr lang="en-US" sz="2400" dirty="0" err="1" smtClean="0"/>
              <a:t>var</a:t>
            </a:r>
            <a:r>
              <a:rPr lang="en-US" sz="2400" dirty="0" smtClean="0"/>
              <a:t> stands for variable files.</a:t>
            </a:r>
          </a:p>
          <a:p>
            <a:pPr lvl="1"/>
            <a:r>
              <a:rPr lang="en-US" sz="2400" dirty="0" smtClean="0"/>
              <a:t>Content of the files that are expected to grow can be found under this directory.</a:t>
            </a:r>
          </a:p>
          <a:p>
            <a:pPr lvl="1"/>
            <a:r>
              <a:rPr lang="en-US" sz="2400" dirty="0" smtClean="0"/>
              <a:t>This includes — system log files (/</a:t>
            </a:r>
            <a:r>
              <a:rPr lang="en-US" sz="2400" dirty="0" err="1" smtClean="0"/>
              <a:t>var</a:t>
            </a:r>
            <a:r>
              <a:rPr lang="en-US" sz="2400" dirty="0" smtClean="0"/>
              <a:t>/log); packages and database files</a:t>
            </a:r>
          </a:p>
          <a:p>
            <a:r>
              <a:rPr lang="en-US" sz="2400" dirty="0" smtClean="0"/>
              <a:t>(/</a:t>
            </a:r>
            <a:r>
              <a:rPr lang="en-US" sz="2400" dirty="0" err="1" smtClean="0"/>
              <a:t>var</a:t>
            </a:r>
            <a:r>
              <a:rPr lang="en-US" sz="2400" dirty="0" smtClean="0"/>
              <a:t>/lib); emails (/</a:t>
            </a:r>
            <a:r>
              <a:rPr lang="en-US" sz="2400" dirty="0" err="1" smtClean="0"/>
              <a:t>var</a:t>
            </a:r>
            <a:r>
              <a:rPr lang="en-US" sz="2400" dirty="0" smtClean="0"/>
              <a:t>/mail); print queues (/</a:t>
            </a:r>
            <a:r>
              <a:rPr lang="en-US" sz="2400" dirty="0" err="1" smtClean="0"/>
              <a:t>var</a:t>
            </a:r>
            <a:r>
              <a:rPr lang="en-US" sz="2400" dirty="0" smtClean="0"/>
              <a:t>/spool); lock files (/</a:t>
            </a:r>
            <a:r>
              <a:rPr lang="en-US" sz="2400" dirty="0" err="1" smtClean="0"/>
              <a:t>var</a:t>
            </a:r>
            <a:r>
              <a:rPr lang="en-US" sz="2400" dirty="0" smtClean="0"/>
              <a:t>/lock); temp files needed across reboots (/</a:t>
            </a:r>
            <a:r>
              <a:rPr lang="en-US" sz="2400" dirty="0" err="1" smtClean="0"/>
              <a:t>var</a:t>
            </a:r>
            <a:r>
              <a:rPr lang="en-US" sz="2400" dirty="0" smtClean="0"/>
              <a:t>/</a:t>
            </a:r>
            <a:r>
              <a:rPr lang="en-US" sz="2400" dirty="0" err="1" smtClean="0"/>
              <a:t>tmp</a:t>
            </a:r>
            <a:r>
              <a:rPr lang="en-US" sz="2400" dirty="0" smtClean="0"/>
              <a:t>);</a:t>
            </a:r>
          </a:p>
          <a:p>
            <a:pPr lvl="0"/>
            <a:r>
              <a:rPr lang="en-US" sz="2400" dirty="0" smtClean="0"/>
              <a:t>8)/</a:t>
            </a:r>
            <a:r>
              <a:rPr lang="en-US" sz="2400" dirty="0" err="1" smtClean="0"/>
              <a:t>tmp</a:t>
            </a:r>
            <a:r>
              <a:rPr lang="en-US" sz="2400" dirty="0" smtClean="0"/>
              <a:t> – Temporary Files</a:t>
            </a:r>
          </a:p>
          <a:p>
            <a:pPr lvl="1"/>
            <a:r>
              <a:rPr lang="en-US" sz="2400" dirty="0" smtClean="0"/>
              <a:t>Directory that contains temporary files created </a:t>
            </a:r>
            <a:r>
              <a:rPr lang="en-US" sz="2400" dirty="0" err="1" smtClean="0"/>
              <a:t>bysystem</a:t>
            </a:r>
            <a:r>
              <a:rPr lang="en-US" sz="2400" dirty="0" smtClean="0"/>
              <a:t> and users.</a:t>
            </a:r>
          </a:p>
          <a:p>
            <a:r>
              <a:rPr lang="en-US" sz="2400" dirty="0" smtClean="0"/>
              <a:t>Files under this directory are deleted when system is rebooted</a:t>
            </a:r>
            <a:endParaRPr lang="en-US" sz="24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r>
              <a:rPr lang="en-US" sz="2400" dirty="0" smtClean="0"/>
              <a:t>9)/</a:t>
            </a:r>
            <a:r>
              <a:rPr lang="en-US" sz="2400" dirty="0" err="1" smtClean="0"/>
              <a:t>usr</a:t>
            </a:r>
            <a:r>
              <a:rPr lang="en-US" sz="2400" dirty="0" smtClean="0"/>
              <a:t> – User Programs</a:t>
            </a:r>
          </a:p>
          <a:p>
            <a:pPr lvl="1"/>
            <a:r>
              <a:rPr lang="en-US" sz="2400" dirty="0" smtClean="0"/>
              <a:t>Contains binaries, libraries, documentation, and source-code for second level programs.</a:t>
            </a:r>
          </a:p>
          <a:p>
            <a:pPr lvl="1"/>
            <a:r>
              <a:rPr lang="en-US" sz="2400" dirty="0" smtClean="0"/>
              <a:t>/</a:t>
            </a:r>
            <a:r>
              <a:rPr lang="en-US" sz="2400" dirty="0" err="1" smtClean="0"/>
              <a:t>usr</a:t>
            </a:r>
            <a:r>
              <a:rPr lang="en-US" sz="2400" dirty="0" smtClean="0"/>
              <a:t>/bin contains binary files for user programs. If you can‘t find a user binary under</a:t>
            </a:r>
          </a:p>
          <a:p>
            <a:r>
              <a:rPr lang="en-US" sz="2400" dirty="0" smtClean="0"/>
              <a:t>/bin, look under /</a:t>
            </a:r>
            <a:r>
              <a:rPr lang="en-US" sz="2400" dirty="0" err="1" smtClean="0"/>
              <a:t>usr</a:t>
            </a:r>
            <a:r>
              <a:rPr lang="en-US" sz="2400" dirty="0" smtClean="0"/>
              <a:t>/bin. For example: at, </a:t>
            </a:r>
            <a:r>
              <a:rPr lang="en-US" sz="2400" dirty="0" err="1" smtClean="0"/>
              <a:t>awk</a:t>
            </a:r>
            <a:r>
              <a:rPr lang="en-US" sz="2400" dirty="0" smtClean="0"/>
              <a:t>, cc, less, </a:t>
            </a:r>
            <a:r>
              <a:rPr lang="en-US" sz="2400" dirty="0" err="1" smtClean="0"/>
              <a:t>scp</a:t>
            </a:r>
            <a:endParaRPr lang="en-US" sz="2400" dirty="0" smtClean="0"/>
          </a:p>
          <a:p>
            <a:pPr lvl="1"/>
            <a:r>
              <a:rPr lang="en-US" sz="2400" dirty="0" smtClean="0"/>
              <a:t>/</a:t>
            </a:r>
            <a:r>
              <a:rPr lang="en-US" sz="2400" dirty="0" err="1" smtClean="0"/>
              <a:t>usr</a:t>
            </a:r>
            <a:r>
              <a:rPr lang="en-US" sz="2400" dirty="0" smtClean="0"/>
              <a:t>/</a:t>
            </a:r>
            <a:r>
              <a:rPr lang="en-US" sz="2400" dirty="0" err="1" smtClean="0"/>
              <a:t>sbin</a:t>
            </a:r>
            <a:r>
              <a:rPr lang="en-US" sz="2400" dirty="0" smtClean="0"/>
              <a:t> contains binary files for system administrators. If you can‘t find a system binary under /</a:t>
            </a:r>
            <a:r>
              <a:rPr lang="en-US" sz="2400" dirty="0" err="1" smtClean="0"/>
              <a:t>sbin</a:t>
            </a:r>
            <a:r>
              <a:rPr lang="en-US" sz="2400" dirty="0" smtClean="0"/>
              <a:t>, look under /</a:t>
            </a:r>
            <a:r>
              <a:rPr lang="en-US" sz="2400" dirty="0" err="1" smtClean="0"/>
              <a:t>usr</a:t>
            </a:r>
            <a:r>
              <a:rPr lang="en-US" sz="2400" dirty="0" smtClean="0"/>
              <a:t>/</a:t>
            </a:r>
            <a:r>
              <a:rPr lang="en-US" sz="2400" dirty="0" err="1" smtClean="0"/>
              <a:t>sbin</a:t>
            </a:r>
            <a:r>
              <a:rPr lang="en-US" sz="2400" dirty="0" smtClean="0"/>
              <a:t>. For example: </a:t>
            </a:r>
            <a:r>
              <a:rPr lang="en-US" sz="2400" dirty="0" err="1" smtClean="0"/>
              <a:t>atd</a:t>
            </a:r>
            <a:r>
              <a:rPr lang="en-US" sz="2400" dirty="0" smtClean="0"/>
              <a:t>, </a:t>
            </a:r>
            <a:r>
              <a:rPr lang="en-US" sz="2400" dirty="0" err="1" smtClean="0"/>
              <a:t>cron</a:t>
            </a:r>
            <a:r>
              <a:rPr lang="en-US" sz="2400" dirty="0" smtClean="0"/>
              <a:t>, </a:t>
            </a:r>
            <a:r>
              <a:rPr lang="en-US" sz="2400" dirty="0" err="1" smtClean="0"/>
              <a:t>sshd</a:t>
            </a:r>
            <a:r>
              <a:rPr lang="en-US" sz="2400" dirty="0" smtClean="0"/>
              <a:t>, </a:t>
            </a:r>
            <a:r>
              <a:rPr lang="en-US" sz="2400" dirty="0" err="1" smtClean="0"/>
              <a:t>useradd</a:t>
            </a:r>
            <a:r>
              <a:rPr lang="en-US" sz="2400" dirty="0" smtClean="0"/>
              <a:t>, </a:t>
            </a:r>
            <a:r>
              <a:rPr lang="en-US" sz="2400" dirty="0" err="1" smtClean="0"/>
              <a:t>userdel</a:t>
            </a:r>
            <a:endParaRPr lang="en-US" sz="2400" dirty="0" smtClean="0"/>
          </a:p>
          <a:p>
            <a:pPr lvl="1"/>
            <a:r>
              <a:rPr lang="en-US" sz="2400" dirty="0" smtClean="0"/>
              <a:t>/</a:t>
            </a:r>
            <a:r>
              <a:rPr lang="en-US" sz="2400" dirty="0" err="1" smtClean="0"/>
              <a:t>usr</a:t>
            </a:r>
            <a:r>
              <a:rPr lang="en-US" sz="2400" dirty="0" smtClean="0"/>
              <a:t>/lib contains libraries for /</a:t>
            </a:r>
            <a:r>
              <a:rPr lang="en-US" sz="2400" dirty="0" err="1" smtClean="0"/>
              <a:t>usr</a:t>
            </a:r>
            <a:r>
              <a:rPr lang="en-US" sz="2400" dirty="0" smtClean="0"/>
              <a:t>/bin and /</a:t>
            </a:r>
            <a:r>
              <a:rPr lang="en-US" sz="2400" dirty="0" err="1" smtClean="0"/>
              <a:t>usr</a:t>
            </a:r>
            <a:r>
              <a:rPr lang="en-US" sz="2400" dirty="0" smtClean="0"/>
              <a:t>/</a:t>
            </a:r>
            <a:r>
              <a:rPr lang="en-US" sz="2400" dirty="0" err="1" smtClean="0"/>
              <a:t>sbin</a:t>
            </a:r>
            <a:endParaRPr lang="en-US" sz="2400" dirty="0" smtClean="0"/>
          </a:p>
          <a:p>
            <a:pPr lvl="1"/>
            <a:r>
              <a:rPr lang="en-US" sz="2400" dirty="0" smtClean="0"/>
              <a:t>/</a:t>
            </a:r>
            <a:r>
              <a:rPr lang="en-US" sz="2400" dirty="0" err="1" smtClean="0"/>
              <a:t>usr</a:t>
            </a:r>
            <a:r>
              <a:rPr lang="en-US" sz="2400" dirty="0" smtClean="0"/>
              <a:t>/local contains users programs that you install from source. For example, when </a:t>
            </a:r>
            <a:r>
              <a:rPr lang="en-US" sz="2400" dirty="0" err="1" smtClean="0"/>
              <a:t>youinstall</a:t>
            </a:r>
            <a:r>
              <a:rPr lang="en-US" sz="2400" dirty="0" smtClean="0"/>
              <a:t> apache from source, it goes under /</a:t>
            </a:r>
            <a:r>
              <a:rPr lang="en-US" sz="2400" dirty="0" err="1" smtClean="0"/>
              <a:t>usr</a:t>
            </a:r>
            <a:r>
              <a:rPr lang="en-US" sz="2400" dirty="0" smtClean="0"/>
              <a:t>/local/apache2</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endParaRPr lang="en-US" sz="2800" dirty="0" smtClean="0"/>
          </a:p>
          <a:p>
            <a:pPr lvl="0"/>
            <a:r>
              <a:rPr lang="en-US" sz="2400" dirty="0" smtClean="0"/>
              <a:t>10)/home – Home Directories</a:t>
            </a:r>
          </a:p>
          <a:p>
            <a:pPr lvl="1"/>
            <a:r>
              <a:rPr lang="en-US" sz="2400" dirty="0" smtClean="0"/>
              <a:t>Home directories for all users to store their personal files.</a:t>
            </a:r>
          </a:p>
          <a:p>
            <a:pPr lvl="1"/>
            <a:r>
              <a:rPr lang="en-US" sz="2400" dirty="0" smtClean="0"/>
              <a:t>For example: /home/john, /home/</a:t>
            </a:r>
            <a:r>
              <a:rPr lang="en-US" sz="2400" dirty="0" err="1" smtClean="0"/>
              <a:t>nikita</a:t>
            </a:r>
            <a:endParaRPr lang="en-US" sz="2400" dirty="0" smtClean="0"/>
          </a:p>
          <a:p>
            <a:pPr lvl="0"/>
            <a:r>
              <a:rPr lang="en-US" sz="2400" dirty="0" smtClean="0"/>
              <a:t>11)/boot – Boot Loader Files</a:t>
            </a:r>
          </a:p>
          <a:p>
            <a:pPr lvl="1"/>
            <a:r>
              <a:rPr lang="en-US" sz="2400" dirty="0" smtClean="0"/>
              <a:t>Contains boot loader related files.</a:t>
            </a:r>
          </a:p>
          <a:p>
            <a:pPr lvl="1"/>
            <a:r>
              <a:rPr lang="en-US" sz="2400" dirty="0" smtClean="0"/>
              <a:t>Kernel </a:t>
            </a:r>
            <a:r>
              <a:rPr lang="en-US" sz="2400" dirty="0" err="1" smtClean="0"/>
              <a:t>initrd</a:t>
            </a:r>
            <a:r>
              <a:rPr lang="en-US" sz="2400" dirty="0" smtClean="0"/>
              <a:t>, </a:t>
            </a:r>
            <a:r>
              <a:rPr lang="en-US" sz="2400" dirty="0" err="1" smtClean="0"/>
              <a:t>vmlinux</a:t>
            </a:r>
            <a:r>
              <a:rPr lang="en-US" sz="2400" dirty="0" smtClean="0"/>
              <a:t>, grub files are located under /boot</a:t>
            </a:r>
          </a:p>
          <a:p>
            <a:pPr lvl="1"/>
            <a:r>
              <a:rPr lang="en-US" sz="2400" dirty="0" smtClean="0"/>
              <a:t>For example: initrd.img-2.6.32-24-generic, vmlinuz-2.6.32-24-generic</a:t>
            </a:r>
          </a:p>
          <a:p>
            <a:endParaRPr lang="en-US" dirty="0" smtClean="0"/>
          </a:p>
          <a:p>
            <a:endParaRPr lang="en-US"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r>
              <a:rPr lang="en-US" sz="2400" dirty="0" smtClean="0"/>
              <a:t>12)/lib – System Libraries</a:t>
            </a:r>
          </a:p>
          <a:p>
            <a:pPr lvl="1"/>
            <a:r>
              <a:rPr lang="en-US" sz="2400" dirty="0" smtClean="0"/>
              <a:t>Contains library files that supports the binaries located under /bin and /</a:t>
            </a:r>
            <a:r>
              <a:rPr lang="en-US" sz="2400" dirty="0" err="1" smtClean="0"/>
              <a:t>sbin</a:t>
            </a:r>
            <a:endParaRPr lang="en-US" sz="2400" dirty="0" smtClean="0"/>
          </a:p>
          <a:p>
            <a:pPr lvl="1"/>
            <a:r>
              <a:rPr lang="en-US" sz="2400" dirty="0" smtClean="0"/>
              <a:t>Library filenames are either ld* or lib*.so.*</a:t>
            </a:r>
          </a:p>
          <a:p>
            <a:pPr lvl="1"/>
            <a:r>
              <a:rPr lang="en-US" sz="2400" dirty="0" smtClean="0"/>
              <a:t>For example: ld-2.11.1.so, libncurses.so.5.7</a:t>
            </a:r>
          </a:p>
          <a:p>
            <a:pPr lvl="0"/>
            <a:r>
              <a:rPr lang="en-US" sz="2400" dirty="0" smtClean="0"/>
              <a:t>13)/opt – Optional add-on Applications</a:t>
            </a:r>
          </a:p>
          <a:p>
            <a:pPr lvl="1"/>
            <a:r>
              <a:rPr lang="en-US" sz="2400" dirty="0" smtClean="0"/>
              <a:t>opt stands for optional.</a:t>
            </a:r>
          </a:p>
          <a:p>
            <a:pPr lvl="1"/>
            <a:r>
              <a:rPr lang="en-US" sz="2400" dirty="0" smtClean="0"/>
              <a:t>Contains add-on applications from individual vendors.</a:t>
            </a:r>
          </a:p>
          <a:p>
            <a:pPr lvl="1"/>
            <a:r>
              <a:rPr lang="en-US" sz="2400" dirty="0" smtClean="0"/>
              <a:t>add-on applications should be installed under either /opt/ or /opt/ sub-directory.</a:t>
            </a:r>
          </a:p>
          <a:p>
            <a:endParaRPr lang="en-US"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r>
              <a:rPr lang="en-US" sz="2400" dirty="0" smtClean="0"/>
              <a:t>14)</a:t>
            </a:r>
            <a:r>
              <a:rPr lang="en-US" dirty="0" smtClean="0"/>
              <a:t>/</a:t>
            </a:r>
            <a:r>
              <a:rPr lang="en-US" sz="2400" dirty="0" err="1" smtClean="0"/>
              <a:t>mnt</a:t>
            </a:r>
            <a:r>
              <a:rPr lang="en-US" sz="2400" dirty="0" smtClean="0"/>
              <a:t> – Mount Directory</a:t>
            </a:r>
          </a:p>
          <a:p>
            <a:pPr lvl="1"/>
            <a:r>
              <a:rPr lang="en-US" sz="2400" dirty="0" smtClean="0"/>
              <a:t>Temporary mount </a:t>
            </a:r>
            <a:r>
              <a:rPr lang="en-US" sz="2400" dirty="0" err="1" smtClean="0"/>
              <a:t>directorywhere</a:t>
            </a:r>
            <a:r>
              <a:rPr lang="en-US" sz="2400" dirty="0" smtClean="0"/>
              <a:t> </a:t>
            </a:r>
            <a:r>
              <a:rPr lang="en-US" sz="2400" dirty="0" err="1" smtClean="0"/>
              <a:t>sysadmins</a:t>
            </a:r>
            <a:r>
              <a:rPr lang="en-US" sz="2400" dirty="0" smtClean="0"/>
              <a:t> can mount </a:t>
            </a:r>
            <a:r>
              <a:rPr lang="en-US" sz="2400" dirty="0" err="1" smtClean="0"/>
              <a:t>filesystems</a:t>
            </a:r>
            <a:r>
              <a:rPr lang="en-US" sz="2400" dirty="0" smtClean="0"/>
              <a:t>.</a:t>
            </a:r>
          </a:p>
          <a:p>
            <a:pPr lvl="0"/>
            <a:r>
              <a:rPr lang="en-US" sz="2400" dirty="0" smtClean="0"/>
              <a:t>15)/media – Removable Media Devices</a:t>
            </a:r>
          </a:p>
          <a:p>
            <a:pPr lvl="1"/>
            <a:r>
              <a:rPr lang="en-US" sz="2400" dirty="0" smtClean="0"/>
              <a:t/>
            </a:r>
            <a:br>
              <a:rPr lang="en-US" sz="2400" dirty="0" smtClean="0"/>
            </a:br>
            <a:r>
              <a:rPr lang="en-US" sz="2400" dirty="0" smtClean="0"/>
              <a:t>Temporary mount directory for removable devices.</a:t>
            </a:r>
          </a:p>
          <a:p>
            <a:pPr lvl="1"/>
            <a:r>
              <a:rPr lang="en-US" sz="2400" dirty="0" smtClean="0"/>
              <a:t>For	examples,	/media/</a:t>
            </a:r>
            <a:r>
              <a:rPr lang="en-US" sz="2400" dirty="0" err="1" smtClean="0"/>
              <a:t>cdrom</a:t>
            </a:r>
            <a:r>
              <a:rPr lang="en-US" sz="2400" dirty="0" smtClean="0"/>
              <a:t>	for	CD-ROM;	/media/floppy	for	floppy	drives;</a:t>
            </a:r>
          </a:p>
          <a:p>
            <a:r>
              <a:rPr lang="en-US" sz="2400" dirty="0" smtClean="0"/>
              <a:t>/media/</a:t>
            </a:r>
            <a:r>
              <a:rPr lang="en-US" sz="2400" dirty="0" err="1" smtClean="0"/>
              <a:t>cdrecorder</a:t>
            </a:r>
            <a:r>
              <a:rPr lang="en-US" sz="2400" dirty="0" smtClean="0"/>
              <a:t> for CD writer</a:t>
            </a:r>
          </a:p>
          <a:p>
            <a:endParaRPr lang="en-US"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r>
              <a:rPr lang="en-US" sz="2400" dirty="0" smtClean="0"/>
              <a:t>16)/</a:t>
            </a:r>
            <a:r>
              <a:rPr lang="en-US" sz="2400" dirty="0" err="1" smtClean="0"/>
              <a:t>srv</a:t>
            </a:r>
            <a:r>
              <a:rPr lang="en-US" sz="2400" dirty="0" smtClean="0"/>
              <a:t> – Service Data</a:t>
            </a:r>
          </a:p>
          <a:p>
            <a:pPr lvl="1"/>
            <a:r>
              <a:rPr lang="en-US" sz="2400" dirty="0" err="1" smtClean="0"/>
              <a:t>srv</a:t>
            </a:r>
            <a:r>
              <a:rPr lang="en-US" sz="2400" dirty="0" smtClean="0"/>
              <a:t> stands for service.</a:t>
            </a:r>
          </a:p>
          <a:p>
            <a:pPr lvl="1"/>
            <a:r>
              <a:rPr lang="en-US" sz="2400" dirty="0" smtClean="0"/>
              <a:t>Contains server specific services related data.</a:t>
            </a:r>
          </a:p>
          <a:p>
            <a:pPr lvl="1"/>
            <a:r>
              <a:rPr lang="en-US" sz="2400" dirty="0" smtClean="0"/>
              <a:t>For example, /</a:t>
            </a:r>
            <a:r>
              <a:rPr lang="en-US" sz="2400" dirty="0" err="1" smtClean="0"/>
              <a:t>srv</a:t>
            </a:r>
            <a:r>
              <a:rPr lang="en-US" sz="2400" dirty="0" smtClean="0"/>
              <a:t>/</a:t>
            </a:r>
            <a:r>
              <a:rPr lang="en-US" sz="2400" dirty="0" err="1" smtClean="0"/>
              <a:t>cvs</a:t>
            </a:r>
            <a:r>
              <a:rPr lang="en-US" sz="2400" dirty="0" smtClean="0"/>
              <a:t> contains CVS related data.</a:t>
            </a:r>
          </a:p>
          <a:p>
            <a:endParaRPr lang="en-US"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AutoShape 4" descr="0914 Thank You Note With Blue Pen On White Background Stock Photo | PowerPoint  Templates Download | PPT Background Template | Graphics Presentation"/>
          <p:cNvSpPr>
            <a:spLocks noChangeAspect="1"/>
          </p:cNvSpPr>
          <p:nvPr/>
        </p:nvSpPr>
        <p:spPr>
          <a:xfrm>
            <a:off x="177800" y="-890587"/>
            <a:ext cx="2466975" cy="1857375"/>
          </a:xfrm>
          <a:prstGeom prst="rect">
            <a:avLst/>
          </a:prstGeom>
          <a:noFill/>
          <a:ln w="9525">
            <a:noFill/>
          </a:ln>
        </p:spPr>
        <p:txBody>
          <a:bodyPr/>
          <a:lstStyle/>
          <a:p>
            <a:endParaRPr lang="en-IN" altLang="en-US" dirty="0">
              <a:latin typeface="Times New Roman" panose="02020603050405020304" pitchFamily="18" charset="0"/>
            </a:endParaRPr>
          </a:p>
        </p:txBody>
      </p:sp>
      <p:pic>
        <p:nvPicPr>
          <p:cNvPr id="81923" name="Picture 6" descr="0914 Thank You Note With Blue Pen On White Background Stock Photo | PowerPoint  Templates Download | PPT Background Template | Graphics Presentation"/>
          <p:cNvPicPr>
            <a:picLocks noChangeAspect="1"/>
          </p:cNvPicPr>
          <p:nvPr/>
        </p:nvPicPr>
        <p:blipFill>
          <a:blip r:embed="rId3" cstate="print"/>
          <a:stretch>
            <a:fillRect/>
          </a:stretch>
        </p:blipFill>
        <p:spPr>
          <a:xfrm>
            <a:off x="1055688" y="2830513"/>
            <a:ext cx="10453687" cy="2955925"/>
          </a:xfrm>
          <a:prstGeom prst="rect">
            <a:avLst/>
          </a:prstGeom>
          <a:noFill/>
          <a:ln w="9525">
            <a:noFill/>
          </a:ln>
        </p:spPr>
      </p:pic>
      <p:sp>
        <p:nvSpPr>
          <p:cNvPr id="81924" name="Title 5"/>
          <p:cNvSpPr>
            <a:spLocks noGrp="1"/>
          </p:cNvSpPr>
          <p:nvPr>
            <p:ph type="title"/>
          </p:nvPr>
        </p:nvSpPr>
        <p:spPr>
          <a:ln/>
        </p:spPr>
        <p:txBody>
          <a:bodyPr vert="horz" wrap="square" lIns="102221" tIns="51110" rIns="102221" bIns="51110" anchor="b" anchorCtr="0"/>
          <a:lstStyle/>
          <a:p>
            <a:endParaRPr lang="en-IN" altLang="en-US"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WI" val="1"/>
  <p:tag name="BSN" val="1"/>
  <p:tag name="SVT" val="FALSE"/>
  <p:tag name="NBP" val="1"/>
  <p:tag name="CVB" val="1"/>
  <p:tag name="SPT" val="FALSE"/>
  <p:tag name="CII" val="1"/>
</p:tagLst>
</file>

<file path=ppt/tags/tag2.xml><?xml version="1.0" encoding="utf-8"?>
<p:tagLst xmlns:a="http://schemas.openxmlformats.org/drawingml/2006/main" xmlns:r="http://schemas.openxmlformats.org/officeDocument/2006/relationships" xmlns:p="http://schemas.openxmlformats.org/presentationml/2006/main">
  <p:tag name="SWI" val="3"/>
  <p:tag name="NBP" val="1"/>
  <p:tag name="BSN" val="3"/>
  <p:tag name="SVT" val="TRUE"/>
  <p:tag name="CVB" val="3"/>
  <p:tag name="SPT" val="FALSE"/>
  <p:tag name="CII" val="3"/>
</p:tagLst>
</file>

<file path=ppt/theme/theme1.xml><?xml version="1.0" encoding="utf-8"?>
<a:theme xmlns:a="http://schemas.openxmlformats.org/drawingml/2006/main" name="EngGreenCap">
  <a:themeElements>
    <a:clrScheme name="EngGreenCap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EngGreenCap">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ctr" anchorCtr="0" compatLnSpc="1"/>
      <a:lstStyle>
        <a:defPPr marL="0" marR="0" indent="0" algn="r" defTabSz="914400" rtl="1" eaLnBrk="1" fontAlgn="base" latinLnBrk="0" hangingPunct="1">
          <a:lnSpc>
            <a:spcPct val="100000"/>
          </a:lnSpc>
          <a:spcBef>
            <a:spcPct val="0"/>
          </a:spcBef>
          <a:spcAft>
            <a:spcPct val="0"/>
          </a:spcAft>
          <a:buClrTx/>
          <a:buSzTx/>
          <a:buFontTx/>
          <a:buNone/>
          <a:defRPr kumimoji="0" lang="en-US" sz="24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ctr" anchorCtr="0" compatLnSpc="1"/>
      <a:lstStyle>
        <a:defPPr marL="0" marR="0" indent="0" algn="r" defTabSz="914400" rtl="1" eaLnBrk="1" fontAlgn="base" latinLnBrk="0" hangingPunct="1">
          <a:lnSpc>
            <a:spcPct val="100000"/>
          </a:lnSpc>
          <a:spcBef>
            <a:spcPct val="0"/>
          </a:spcBef>
          <a:spcAft>
            <a:spcPct val="0"/>
          </a:spcAft>
          <a:buClrTx/>
          <a:buSzTx/>
          <a:buFontTx/>
          <a:buNone/>
          <a:defRPr kumimoji="0" lang="en-US" sz="24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EngGreenCap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EngGreenCap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EngGreenCap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EngGreenCap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EngGreenCap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EngGreenCap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EngGreenCap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342</TotalTime>
  <Words>4199</Words>
  <Application>Microsoft Office PowerPoint</Application>
  <PresentationFormat>Custom</PresentationFormat>
  <Paragraphs>424</Paragraphs>
  <Slides>81</Slides>
  <Notes>5</Notes>
  <HiddenSlides>0</HiddenSlides>
  <MMClips>0</MMClips>
  <ScaleCrop>false</ScaleCrop>
  <HeadingPairs>
    <vt:vector size="4" baseType="variant">
      <vt:variant>
        <vt:lpstr>Theme</vt:lpstr>
      </vt:variant>
      <vt:variant>
        <vt:i4>1</vt:i4>
      </vt:variant>
      <vt:variant>
        <vt:lpstr>Slide Titles</vt:lpstr>
      </vt:variant>
      <vt:variant>
        <vt:i4>81</vt:i4>
      </vt:variant>
    </vt:vector>
  </HeadingPairs>
  <TitlesOfParts>
    <vt:vector size="82" baseType="lpstr">
      <vt:lpstr>EngGreenCap</vt:lpstr>
      <vt:lpstr>PowerPoint Presentation</vt:lpstr>
      <vt:lpstr>PowerPoint Presentation</vt:lpstr>
      <vt:lpstr>Introduction to Operating System (OS)</vt:lpstr>
      <vt:lpstr>What is an Operating System?</vt:lpstr>
      <vt:lpstr>PowerPoint Presentation</vt:lpstr>
      <vt:lpstr>PowerPoint Presentation</vt:lpstr>
      <vt:lpstr>PowerPoint Presentation</vt:lpstr>
      <vt:lpstr>PowerPoint Presentation</vt:lpstr>
      <vt:lpstr>PowerPoint Presentation</vt:lpstr>
      <vt:lpstr>The Structure of Computer Systems </vt:lpstr>
      <vt:lpstr>Operating System Mode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Operting System Services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Introduction to Linux operating system </vt:lpstr>
      <vt:lpstr>PowerPoint Presentation</vt:lpstr>
      <vt:lpstr>PowerPoint Presentation</vt:lpstr>
      <vt:lpstr>         Advantage of Linux Operating System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BIU</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
  <cp:lastModifiedBy>Ravi</cp:lastModifiedBy>
  <cp:revision>53</cp:revision>
  <cp:lastPrinted>1999-08-26T15:07:06Z</cp:lastPrinted>
  <dcterms:created xsi:type="dcterms:W3CDTF">1999-06-25T18:38:26Z</dcterms:created>
  <dcterms:modified xsi:type="dcterms:W3CDTF">2024-07-09T05:23:30Z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9794640D506F46F9A8163C4F581B1ACB_12</vt:lpwstr>
  </property>
  <property fmtid="{D5CDD505-2E9C-101B-9397-08002B2CF9AE}" pid="3" name="KSOProductBuildVer">
    <vt:lpwstr>1033-12.2.0.13085</vt:lpwstr>
  </property>
</Properties>
</file>